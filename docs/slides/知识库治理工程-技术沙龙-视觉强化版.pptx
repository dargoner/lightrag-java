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11092988" r:id="rId4"/>
    <p:sldId id="1611" r:id="rId7"/>
    <p:sldId id="489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1" d="100"/>
          <a:sy n="51" d="100"/>
        </p:scale>
        <p:origin x="125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3" d="100"/>
        <a:sy n="53" d="100"/>
      </p:scale>
      <p:origin x="0" y="-64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presProps" Target="presProps.xml" /><Relationship Id="rId8" Type="http://schemas.openxmlformats.org/officeDocument/2006/relationships/slide" Target="slides/slide6.xml" /><Relationship Id="rId7" Type="http://schemas.openxmlformats.org/officeDocument/2006/relationships/slide" Target="slides/slide5.xml" /><Relationship Id="rId4" Type="http://schemas.openxmlformats.org/officeDocument/2006/relationships/slide" Target="slides/slide2.xml" /><Relationship Id="rId2" Type="http://schemas.openxmlformats.org/officeDocument/2006/relationships/theme" Target="theme/theme1.xml" /><Relationship Id="rId11" Type="http://schemas.openxmlformats.org/officeDocument/2006/relationships/tableStyles" Target="tableStyles.xml" /><Relationship Id="rId10" Type="http://schemas.openxmlformats.org/officeDocument/2006/relationships/viewProps" Target="viewProps.xml" /><Relationship Id="rId1" Type="http://schemas.openxmlformats.org/officeDocument/2006/relationships/slideMaster" Target="slideMasters/slideMaster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0" y="-1"/>
            <a:ext cx="12198973" cy="6858002"/>
            <a:chOff x="0" y="-1"/>
            <a:chExt cx="12198973" cy="6858002"/>
          </a:xfrm>
        </p:grpSpPr>
        <p:sp>
          <p:nvSpPr>
            <p:cNvPr id="41" name="任意多边形: 形状 40"/>
            <p:cNvSpPr/>
            <p:nvPr/>
          </p:nvSpPr>
          <p:spPr>
            <a:xfrm>
              <a:off x="6738950" y="-1"/>
              <a:ext cx="5460023" cy="2981527"/>
            </a:xfrm>
            <a:custGeom>
              <a:avLst/>
              <a:gdLst>
                <a:gd name="connsiteX0" fmla="*/ 0 w 5460023"/>
                <a:gd name="connsiteY0" fmla="*/ 0 h 2981527"/>
                <a:gd name="connsiteX1" fmla="*/ 5460023 w 5460023"/>
                <a:gd name="connsiteY1" fmla="*/ 0 h 2981527"/>
                <a:gd name="connsiteX2" fmla="*/ 5460023 w 5460023"/>
                <a:gd name="connsiteY2" fmla="*/ 940282 h 2981527"/>
                <a:gd name="connsiteX3" fmla="*/ 3551861 w 5460023"/>
                <a:gd name="connsiteY3" fmla="*/ 2825343 h 2981527"/>
                <a:gd name="connsiteX4" fmla="*/ 2786530 w 5460023"/>
                <a:gd name="connsiteY4" fmla="*/ 2820680 h 2981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0023" h="2981527">
                  <a:moveTo>
                    <a:pt x="0" y="0"/>
                  </a:moveTo>
                  <a:lnTo>
                    <a:pt x="5460023" y="0"/>
                  </a:lnTo>
                  <a:lnTo>
                    <a:pt x="5460023" y="940282"/>
                  </a:lnTo>
                  <a:lnTo>
                    <a:pt x="3551861" y="2825343"/>
                  </a:lnTo>
                  <a:cubicBezTo>
                    <a:pt x="3339234" y="3035396"/>
                    <a:pt x="2996584" y="3033310"/>
                    <a:pt x="2786530" y="2820680"/>
                  </a:cubicBezTo>
                  <a:close/>
                </a:path>
              </a:pathLst>
            </a:custGeom>
            <a:solidFill>
              <a:srgbClr val="6696B6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6606578" y="0"/>
              <a:ext cx="5585422" cy="3098871"/>
            </a:xfrm>
            <a:custGeom>
              <a:avLst/>
              <a:gdLst>
                <a:gd name="connsiteX0" fmla="*/ 0 w 5585422"/>
                <a:gd name="connsiteY0" fmla="*/ 0 h 3098871"/>
                <a:gd name="connsiteX1" fmla="*/ 5585422 w 5585422"/>
                <a:gd name="connsiteY1" fmla="*/ 0 h 3098871"/>
                <a:gd name="connsiteX2" fmla="*/ 5585422 w 5585422"/>
                <a:gd name="connsiteY2" fmla="*/ 1079106 h 3098871"/>
                <a:gd name="connsiteX3" fmla="*/ 3710012 w 5585422"/>
                <a:gd name="connsiteY3" fmla="*/ 2931810 h 3098871"/>
                <a:gd name="connsiteX4" fmla="*/ 2891388 w 5585422"/>
                <a:gd name="connsiteY4" fmla="*/ 2926824 h 309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5422" h="3098871">
                  <a:moveTo>
                    <a:pt x="0" y="0"/>
                  </a:moveTo>
                  <a:lnTo>
                    <a:pt x="5585422" y="0"/>
                  </a:lnTo>
                  <a:lnTo>
                    <a:pt x="5585422" y="1079106"/>
                  </a:lnTo>
                  <a:lnTo>
                    <a:pt x="3710012" y="2931810"/>
                  </a:lnTo>
                  <a:cubicBezTo>
                    <a:pt x="3482580" y="3156491"/>
                    <a:pt x="3116069" y="3154260"/>
                    <a:pt x="2891388" y="2926824"/>
                  </a:cubicBezTo>
                  <a:close/>
                </a:path>
              </a:pathLst>
            </a:custGeom>
            <a:noFill/>
            <a:ln>
              <a:solidFill>
                <a:srgbClr val="6696B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10936616" y="1861686"/>
              <a:ext cx="1262356" cy="2716515"/>
            </a:xfrm>
            <a:custGeom>
              <a:avLst/>
              <a:gdLst>
                <a:gd name="connsiteX0" fmla="*/ 1262356 w 1262356"/>
                <a:gd name="connsiteY0" fmla="*/ 0 h 2716515"/>
                <a:gd name="connsiteX1" fmla="*/ 1262356 w 1262356"/>
                <a:gd name="connsiteY1" fmla="*/ 2716515 h 2716515"/>
                <a:gd name="connsiteX2" fmla="*/ 66754 w 1262356"/>
                <a:gd name="connsiteY2" fmla="*/ 1506259 h 2716515"/>
                <a:gd name="connsiteX3" fmla="*/ 68747 w 1262356"/>
                <a:gd name="connsiteY3" fmla="*/ 1179158 h 2716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2356" h="2716515">
                  <a:moveTo>
                    <a:pt x="1262356" y="0"/>
                  </a:moveTo>
                  <a:lnTo>
                    <a:pt x="1262356" y="2716515"/>
                  </a:lnTo>
                  <a:lnTo>
                    <a:pt x="66754" y="1506259"/>
                  </a:lnTo>
                  <a:cubicBezTo>
                    <a:pt x="-23023" y="1415383"/>
                    <a:pt x="-22130" y="1268934"/>
                    <a:pt x="68747" y="1179158"/>
                  </a:cubicBezTo>
                  <a:close/>
                </a:path>
              </a:pathLst>
            </a:custGeom>
            <a:solidFill>
              <a:srgbClr val="6696B6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0827744" y="1774613"/>
              <a:ext cx="1344334" cy="2863980"/>
            </a:xfrm>
            <a:custGeom>
              <a:avLst/>
              <a:gdLst>
                <a:gd name="connsiteX0" fmla="*/ 1344334 w 1344334"/>
                <a:gd name="connsiteY0" fmla="*/ 0 h 2863980"/>
                <a:gd name="connsiteX1" fmla="*/ 1344334 w 1344334"/>
                <a:gd name="connsiteY1" fmla="*/ 2863980 h 2863980"/>
                <a:gd name="connsiteX2" fmla="*/ 61005 w 1344334"/>
                <a:gd name="connsiteY2" fmla="*/ 1564923 h 2863980"/>
                <a:gd name="connsiteX3" fmla="*/ 62826 w 1344334"/>
                <a:gd name="connsiteY3" fmla="*/ 1265993 h 286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334" h="2863980">
                  <a:moveTo>
                    <a:pt x="1344334" y="0"/>
                  </a:moveTo>
                  <a:lnTo>
                    <a:pt x="1344334" y="2863980"/>
                  </a:lnTo>
                  <a:lnTo>
                    <a:pt x="61005" y="1564923"/>
                  </a:lnTo>
                  <a:cubicBezTo>
                    <a:pt x="-21040" y="1481873"/>
                    <a:pt x="-20224" y="1348038"/>
                    <a:pt x="62826" y="1265993"/>
                  </a:cubicBezTo>
                  <a:close/>
                </a:path>
              </a:pathLst>
            </a:custGeom>
            <a:noFill/>
            <a:ln>
              <a:solidFill>
                <a:srgbClr val="6696B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0" y="0"/>
              <a:ext cx="9367156" cy="6858000"/>
            </a:xfrm>
            <a:custGeom>
              <a:avLst/>
              <a:gdLst>
                <a:gd name="connsiteX0" fmla="*/ 0 w 9367156"/>
                <a:gd name="connsiteY0" fmla="*/ 0 h 6858000"/>
                <a:gd name="connsiteX1" fmla="*/ 6021503 w 9367156"/>
                <a:gd name="connsiteY1" fmla="*/ 0 h 6858000"/>
                <a:gd name="connsiteX2" fmla="*/ 9119403 w 9367156"/>
                <a:gd name="connsiteY2" fmla="*/ 3135866 h 6858000"/>
                <a:gd name="connsiteX3" fmla="*/ 9112008 w 9367156"/>
                <a:gd name="connsiteY3" fmla="*/ 4349902 h 6858000"/>
                <a:gd name="connsiteX4" fmla="*/ 6573172 w 9367156"/>
                <a:gd name="connsiteY4" fmla="*/ 6858000 h 6858000"/>
                <a:gd name="connsiteX5" fmla="*/ 0 w 9367156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67156" h="6858000">
                  <a:moveTo>
                    <a:pt x="0" y="0"/>
                  </a:moveTo>
                  <a:lnTo>
                    <a:pt x="6021503" y="0"/>
                  </a:lnTo>
                  <a:lnTo>
                    <a:pt x="9119403" y="3135866"/>
                  </a:lnTo>
                  <a:cubicBezTo>
                    <a:pt x="9452609" y="3473154"/>
                    <a:pt x="9449296" y="4016696"/>
                    <a:pt x="9112008" y="4349902"/>
                  </a:cubicBezTo>
                  <a:lnTo>
                    <a:pt x="657317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6696B6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6962877" y="3548582"/>
              <a:ext cx="5236095" cy="3309419"/>
            </a:xfrm>
            <a:custGeom>
              <a:avLst/>
              <a:gdLst>
                <a:gd name="connsiteX0" fmla="*/ 3541507 w 5236095"/>
                <a:gd name="connsiteY0" fmla="*/ 9 h 3309419"/>
                <a:gd name="connsiteX1" fmla="*/ 3876511 w 5236095"/>
                <a:gd name="connsiteY1" fmla="*/ 141169 h 3309419"/>
                <a:gd name="connsiteX2" fmla="*/ 5236095 w 5236095"/>
                <a:gd name="connsiteY2" fmla="*/ 1517415 h 3309419"/>
                <a:gd name="connsiteX3" fmla="*/ 5236095 w 5236095"/>
                <a:gd name="connsiteY3" fmla="*/ 3309419 h 3309419"/>
                <a:gd name="connsiteX4" fmla="*/ 0 w 5236095"/>
                <a:gd name="connsiteY4" fmla="*/ 3309419 h 3309419"/>
                <a:gd name="connsiteX5" fmla="*/ 28620 w 5236095"/>
                <a:gd name="connsiteY5" fmla="*/ 3274813 h 3309419"/>
                <a:gd name="connsiteX6" fmla="*/ 3204809 w 5236095"/>
                <a:gd name="connsiteY6" fmla="*/ 137078 h 3309419"/>
                <a:gd name="connsiteX7" fmla="*/ 3541507 w 5236095"/>
                <a:gd name="connsiteY7" fmla="*/ 9 h 330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36095" h="3309419">
                  <a:moveTo>
                    <a:pt x="3541507" y="9"/>
                  </a:moveTo>
                  <a:cubicBezTo>
                    <a:pt x="3663061" y="749"/>
                    <a:pt x="3784333" y="47861"/>
                    <a:pt x="3876511" y="141169"/>
                  </a:cubicBezTo>
                  <a:lnTo>
                    <a:pt x="5236095" y="1517415"/>
                  </a:lnTo>
                  <a:lnTo>
                    <a:pt x="5236095" y="3309419"/>
                  </a:lnTo>
                  <a:lnTo>
                    <a:pt x="0" y="3309419"/>
                  </a:lnTo>
                  <a:lnTo>
                    <a:pt x="28620" y="3274813"/>
                  </a:lnTo>
                  <a:lnTo>
                    <a:pt x="3204809" y="137078"/>
                  </a:lnTo>
                  <a:cubicBezTo>
                    <a:pt x="3298118" y="44900"/>
                    <a:pt x="3419954" y="-732"/>
                    <a:pt x="3541507" y="9"/>
                  </a:cubicBezTo>
                  <a:close/>
                </a:path>
              </a:pathLst>
            </a:custGeom>
            <a:solidFill>
              <a:srgbClr val="6696B6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620366" y="2626839"/>
            <a:ext cx="6725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</a:rPr>
              <a:t>简约风季度工作汇报</a:t>
            </a:r>
            <a:endParaRPr lang="zh-CN" altLang="en-US" sz="54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20366" y="3480433"/>
            <a:ext cx="6725939" cy="70205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The user can demonstrate on a projector or computer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or print the presentation and make it into a in a wider field.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61310" y="4741900"/>
            <a:ext cx="5273470" cy="430524"/>
            <a:chOff x="3166532" y="5000560"/>
            <a:chExt cx="5273470" cy="512360"/>
          </a:xfrm>
          <a:solidFill>
            <a:srgbClr val="6696B6"/>
          </a:solidFill>
        </p:grpSpPr>
        <p:sp>
          <p:nvSpPr>
            <p:cNvPr id="54" name="矩形: 圆角 53"/>
            <p:cNvSpPr/>
            <p:nvPr/>
          </p:nvSpPr>
          <p:spPr>
            <a:xfrm>
              <a:off x="3166532" y="5000560"/>
              <a:ext cx="2218267" cy="5123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汇报人：稻小管</a:t>
              </a:r>
              <a:endParaRPr lang="zh-CN" altLang="en-US" sz="2000" dirty="0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55" name="矩形: 圆角 54"/>
            <p:cNvSpPr/>
            <p:nvPr/>
          </p:nvSpPr>
          <p:spPr>
            <a:xfrm>
              <a:off x="6221735" y="5000560"/>
              <a:ext cx="2218267" cy="5123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部门：稻壳儿</a:t>
              </a:r>
              <a:endParaRPr lang="zh-CN" altLang="en-US" sz="2000" dirty="0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620366" y="2103619"/>
            <a:ext cx="53032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2800" dirty="0">
                <a:solidFill>
                  <a:srgbClr val="425662"/>
                </a:solidFill>
                <a:latin typeface="汉仪君黑-45简" panose="020B0604020202020204" charset="-122"/>
                <a:ea typeface="汉仪君黑-45简" panose="020B0604020202020204" charset="-122"/>
              </a:rPr>
              <a:t>BUSINESS</a:t>
            </a:r>
            <a:r>
              <a:rPr lang="zh-CN" altLang="en-US" sz="2800" dirty="0">
                <a:solidFill>
                  <a:srgbClr val="425662"/>
                </a:solidFill>
                <a:latin typeface="汉仪君黑-45简" panose="020B0604020202020204" charset="-122"/>
                <a:ea typeface="汉仪君黑-45简" panose="020B0604020202020204" charset="-122"/>
              </a:rPr>
              <a:t> REPORT TEMPLATE</a:t>
            </a:r>
            <a:endParaRPr lang="zh-CN" altLang="en-US" sz="2800" dirty="0">
              <a:solidFill>
                <a:srgbClr val="425662"/>
              </a:solidFill>
              <a:latin typeface="汉仪君黑-45简" panose="020B0604020202020204" charset="-122"/>
              <a:ea typeface="汉仪君黑-45简" panose="020B0604020202020204" charset="-122"/>
            </a:endParaRPr>
          </a:p>
        </p:txBody>
      </p:sp>
      <p:grpSp>
        <p:nvGrpSpPr>
          <p:cNvPr id="47" name="小管"/>
          <p:cNvGrpSpPr/>
          <p:nvPr/>
        </p:nvGrpSpPr>
        <p:grpSpPr>
          <a:xfrm>
            <a:off x="715902" y="1685576"/>
            <a:ext cx="1290928" cy="335728"/>
            <a:chOff x="-53" y="-51"/>
            <a:chExt cx="1022403" cy="265893"/>
          </a:xfrm>
          <a:solidFill>
            <a:srgbClr val="6696B6"/>
          </a:solidFill>
        </p:grpSpPr>
        <p:sp>
          <p:nvSpPr>
            <p:cNvPr id="48" name="W"/>
            <p:cNvSpPr/>
            <p:nvPr/>
          </p:nvSpPr>
          <p:spPr>
            <a:xfrm>
              <a:off x="721584" y="-51"/>
              <a:ext cx="265841" cy="265893"/>
            </a:xfrm>
            <a:custGeom>
              <a:avLst/>
              <a:gdLst/>
              <a:ahLst/>
              <a:cxnLst/>
              <a:rect l="l" t="t" r="r" b="b"/>
              <a:pathLst>
                <a:path w="265841" h="265893">
                  <a:moveTo>
                    <a:pt x="138079" y="50"/>
                  </a:moveTo>
                  <a:cubicBezTo>
                    <a:pt x="86341" y="-1"/>
                    <a:pt x="39669" y="31125"/>
                    <a:pt x="19834" y="78910"/>
                  </a:cubicBezTo>
                  <a:cubicBezTo>
                    <a:pt x="0" y="126695"/>
                    <a:pt x="10910" y="181723"/>
                    <a:pt x="47476" y="218325"/>
                  </a:cubicBezTo>
                  <a:cubicBezTo>
                    <a:pt x="84042" y="254928"/>
                    <a:pt x="139059" y="265892"/>
                    <a:pt x="186864" y="246105"/>
                  </a:cubicBezTo>
                  <a:cubicBezTo>
                    <a:pt x="234668" y="226318"/>
                    <a:pt x="265841" y="179677"/>
                    <a:pt x="265841" y="127939"/>
                  </a:cubicBezTo>
                  <a:cubicBezTo>
                    <a:pt x="265841" y="57357"/>
                    <a:pt x="208661" y="120"/>
                    <a:pt x="138079" y="50"/>
                  </a:cubicBezTo>
                  <a:close/>
                  <a:moveTo>
                    <a:pt x="226217" y="86537"/>
                  </a:moveTo>
                  <a:cubicBezTo>
                    <a:pt x="226235" y="86833"/>
                    <a:pt x="226235" y="87130"/>
                    <a:pt x="226217" y="87426"/>
                  </a:cubicBezTo>
                  <a:lnTo>
                    <a:pt x="226217" y="88188"/>
                  </a:lnTo>
                  <a:lnTo>
                    <a:pt x="226217" y="88950"/>
                  </a:lnTo>
                  <a:lnTo>
                    <a:pt x="226217" y="89712"/>
                  </a:lnTo>
                  <a:lnTo>
                    <a:pt x="226217" y="89712"/>
                  </a:lnTo>
                  <a:lnTo>
                    <a:pt x="173766" y="194233"/>
                  </a:lnTo>
                  <a:cubicBezTo>
                    <a:pt x="173024" y="196104"/>
                    <a:pt x="171624" y="197640"/>
                    <a:pt x="169829" y="198551"/>
                  </a:cubicBezTo>
                  <a:lnTo>
                    <a:pt x="168813" y="198551"/>
                  </a:lnTo>
                  <a:lnTo>
                    <a:pt x="168813" y="198551"/>
                  </a:lnTo>
                  <a:lnTo>
                    <a:pt x="167670" y="198551"/>
                  </a:lnTo>
                  <a:lnTo>
                    <a:pt x="163606" y="198551"/>
                  </a:lnTo>
                  <a:lnTo>
                    <a:pt x="162336" y="198551"/>
                  </a:lnTo>
                  <a:lnTo>
                    <a:pt x="162336" y="198551"/>
                  </a:lnTo>
                  <a:lnTo>
                    <a:pt x="161193" y="198551"/>
                  </a:lnTo>
                  <a:cubicBezTo>
                    <a:pt x="159327" y="197634"/>
                    <a:pt x="157876" y="196047"/>
                    <a:pt x="157129" y="194106"/>
                  </a:cubicBezTo>
                  <a:lnTo>
                    <a:pt x="140492" y="161340"/>
                  </a:lnTo>
                  <a:lnTo>
                    <a:pt x="149890" y="142544"/>
                  </a:lnTo>
                  <a:lnTo>
                    <a:pt x="163479" y="169722"/>
                  </a:lnTo>
                  <a:cubicBezTo>
                    <a:pt x="163479" y="169722"/>
                    <a:pt x="165003" y="172770"/>
                    <a:pt x="166527" y="169722"/>
                  </a:cubicBezTo>
                  <a:lnTo>
                    <a:pt x="202595" y="97840"/>
                  </a:lnTo>
                  <a:cubicBezTo>
                    <a:pt x="202595" y="97840"/>
                    <a:pt x="204119" y="94792"/>
                    <a:pt x="200690" y="94792"/>
                  </a:cubicBezTo>
                  <a:lnTo>
                    <a:pt x="172496" y="94792"/>
                  </a:lnTo>
                  <a:cubicBezTo>
                    <a:pt x="170436" y="94904"/>
                    <a:pt x="168572" y="96051"/>
                    <a:pt x="167543" y="97840"/>
                  </a:cubicBezTo>
                  <a:lnTo>
                    <a:pt x="153700" y="125399"/>
                  </a:lnTo>
                  <a:lnTo>
                    <a:pt x="153700" y="125399"/>
                  </a:lnTo>
                  <a:lnTo>
                    <a:pt x="138079" y="156641"/>
                  </a:lnTo>
                  <a:lnTo>
                    <a:pt x="138079" y="156641"/>
                  </a:lnTo>
                  <a:lnTo>
                    <a:pt x="118902" y="194741"/>
                  </a:lnTo>
                  <a:cubicBezTo>
                    <a:pt x="118160" y="196612"/>
                    <a:pt x="116760" y="198148"/>
                    <a:pt x="114965" y="199059"/>
                  </a:cubicBezTo>
                  <a:lnTo>
                    <a:pt x="113949" y="199059"/>
                  </a:lnTo>
                  <a:lnTo>
                    <a:pt x="113949" y="199059"/>
                  </a:lnTo>
                  <a:lnTo>
                    <a:pt x="112933" y="199059"/>
                  </a:lnTo>
                  <a:lnTo>
                    <a:pt x="110139" y="199059"/>
                  </a:lnTo>
                  <a:lnTo>
                    <a:pt x="108869" y="199059"/>
                  </a:lnTo>
                  <a:lnTo>
                    <a:pt x="108869" y="199059"/>
                  </a:lnTo>
                  <a:lnTo>
                    <a:pt x="107726" y="199059"/>
                  </a:lnTo>
                  <a:cubicBezTo>
                    <a:pt x="105915" y="198107"/>
                    <a:pt x="104515" y="196526"/>
                    <a:pt x="103789" y="194614"/>
                  </a:cubicBezTo>
                  <a:lnTo>
                    <a:pt x="50830" y="90093"/>
                  </a:lnTo>
                  <a:lnTo>
                    <a:pt x="50830" y="90093"/>
                  </a:lnTo>
                  <a:lnTo>
                    <a:pt x="50830" y="90093"/>
                  </a:lnTo>
                  <a:lnTo>
                    <a:pt x="50830" y="89331"/>
                  </a:lnTo>
                  <a:lnTo>
                    <a:pt x="50830" y="88569"/>
                  </a:lnTo>
                  <a:lnTo>
                    <a:pt x="50830" y="87426"/>
                  </a:lnTo>
                  <a:cubicBezTo>
                    <a:pt x="50811" y="87130"/>
                    <a:pt x="50811" y="86833"/>
                    <a:pt x="50830" y="86537"/>
                  </a:cubicBezTo>
                  <a:lnTo>
                    <a:pt x="50830" y="86537"/>
                  </a:lnTo>
                  <a:cubicBezTo>
                    <a:pt x="50830" y="86537"/>
                    <a:pt x="50830" y="86537"/>
                    <a:pt x="50830" y="86537"/>
                  </a:cubicBezTo>
                  <a:cubicBezTo>
                    <a:pt x="50814" y="86241"/>
                    <a:pt x="50814" y="85944"/>
                    <a:pt x="50830" y="85648"/>
                  </a:cubicBezTo>
                  <a:lnTo>
                    <a:pt x="50830" y="84124"/>
                  </a:lnTo>
                  <a:lnTo>
                    <a:pt x="50830" y="83362"/>
                  </a:lnTo>
                  <a:lnTo>
                    <a:pt x="50830" y="82600"/>
                  </a:lnTo>
                  <a:lnTo>
                    <a:pt x="50830" y="81965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1719" y="81330"/>
                  </a:lnTo>
                  <a:lnTo>
                    <a:pt x="51719" y="81330"/>
                  </a:lnTo>
                  <a:lnTo>
                    <a:pt x="51719" y="81330"/>
                  </a:lnTo>
                  <a:lnTo>
                    <a:pt x="52735" y="81330"/>
                  </a:lnTo>
                  <a:lnTo>
                    <a:pt x="53370" y="81330"/>
                  </a:lnTo>
                  <a:lnTo>
                    <a:pt x="111282" y="81330"/>
                  </a:lnTo>
                  <a:lnTo>
                    <a:pt x="112171" y="81330"/>
                  </a:lnTo>
                  <a:lnTo>
                    <a:pt x="112171" y="81330"/>
                  </a:lnTo>
                  <a:lnTo>
                    <a:pt x="113060" y="81330"/>
                  </a:lnTo>
                  <a:lnTo>
                    <a:pt x="113060" y="81330"/>
                  </a:lnTo>
                  <a:lnTo>
                    <a:pt x="113949" y="82092"/>
                  </a:lnTo>
                  <a:lnTo>
                    <a:pt x="113949" y="82092"/>
                  </a:lnTo>
                  <a:lnTo>
                    <a:pt x="114711" y="82981"/>
                  </a:lnTo>
                  <a:lnTo>
                    <a:pt x="114711" y="82981"/>
                  </a:lnTo>
                  <a:lnTo>
                    <a:pt x="114711" y="83616"/>
                  </a:lnTo>
                  <a:lnTo>
                    <a:pt x="114711" y="83616"/>
                  </a:lnTo>
                  <a:lnTo>
                    <a:pt x="135666" y="114350"/>
                  </a:lnTo>
                  <a:lnTo>
                    <a:pt x="126268" y="133019"/>
                  </a:lnTo>
                  <a:lnTo>
                    <a:pt x="108488" y="97713"/>
                  </a:lnTo>
                  <a:cubicBezTo>
                    <a:pt x="107550" y="96014"/>
                    <a:pt x="105845" y="94877"/>
                    <a:pt x="103916" y="94665"/>
                  </a:cubicBezTo>
                  <a:lnTo>
                    <a:pt x="75341" y="94665"/>
                  </a:lnTo>
                  <a:cubicBezTo>
                    <a:pt x="71912" y="94665"/>
                    <a:pt x="73436" y="97713"/>
                    <a:pt x="73436" y="97713"/>
                  </a:cubicBezTo>
                  <a:lnTo>
                    <a:pt x="109504" y="169595"/>
                  </a:lnTo>
                  <a:cubicBezTo>
                    <a:pt x="109504" y="169595"/>
                    <a:pt x="111028" y="172643"/>
                    <a:pt x="112552" y="169595"/>
                  </a:cubicBezTo>
                  <a:lnTo>
                    <a:pt x="127157" y="140512"/>
                  </a:lnTo>
                  <a:lnTo>
                    <a:pt x="142016" y="110032"/>
                  </a:lnTo>
                  <a:lnTo>
                    <a:pt x="155859" y="82600"/>
                  </a:lnTo>
                  <a:lnTo>
                    <a:pt x="155859" y="82600"/>
                  </a:lnTo>
                  <a:lnTo>
                    <a:pt x="155859" y="81965"/>
                  </a:lnTo>
                  <a:lnTo>
                    <a:pt x="155859" y="81965"/>
                  </a:lnTo>
                  <a:lnTo>
                    <a:pt x="156621" y="81076"/>
                  </a:lnTo>
                  <a:lnTo>
                    <a:pt x="156621" y="81076"/>
                  </a:lnTo>
                  <a:lnTo>
                    <a:pt x="157383" y="80441"/>
                  </a:lnTo>
                  <a:lnTo>
                    <a:pt x="157383" y="80441"/>
                  </a:lnTo>
                  <a:lnTo>
                    <a:pt x="158145" y="80441"/>
                  </a:lnTo>
                  <a:lnTo>
                    <a:pt x="158780" y="80441"/>
                  </a:lnTo>
                  <a:lnTo>
                    <a:pt x="159542" y="80441"/>
                  </a:lnTo>
                  <a:lnTo>
                    <a:pt x="218089" y="80441"/>
                  </a:lnTo>
                  <a:lnTo>
                    <a:pt x="219105" y="80441"/>
                  </a:lnTo>
                  <a:lnTo>
                    <a:pt x="219105" y="80441"/>
                  </a:lnTo>
                  <a:lnTo>
                    <a:pt x="219105" y="80441"/>
                  </a:lnTo>
                  <a:lnTo>
                    <a:pt x="219994" y="80441"/>
                  </a:lnTo>
                  <a:lnTo>
                    <a:pt x="219994" y="80441"/>
                  </a:lnTo>
                  <a:lnTo>
                    <a:pt x="220756" y="81076"/>
                  </a:lnTo>
                  <a:lnTo>
                    <a:pt x="220756" y="81076"/>
                  </a:lnTo>
                  <a:lnTo>
                    <a:pt x="220756" y="81838"/>
                  </a:lnTo>
                  <a:lnTo>
                    <a:pt x="220756" y="81838"/>
                  </a:lnTo>
                  <a:lnTo>
                    <a:pt x="220756" y="82727"/>
                  </a:lnTo>
                  <a:lnTo>
                    <a:pt x="220756" y="83362"/>
                  </a:lnTo>
                  <a:lnTo>
                    <a:pt x="220756" y="84251"/>
                  </a:lnTo>
                  <a:cubicBezTo>
                    <a:pt x="220756" y="84251"/>
                    <a:pt x="220756" y="84251"/>
                    <a:pt x="220756" y="85140"/>
                  </a:cubicBezTo>
                  <a:cubicBezTo>
                    <a:pt x="220756" y="86029"/>
                    <a:pt x="220756" y="85140"/>
                    <a:pt x="220756" y="85140"/>
                  </a:cubicBezTo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49" name="椭圆"/>
            <p:cNvSpPr/>
            <p:nvPr/>
          </p:nvSpPr>
          <p:spPr>
            <a:xfrm>
              <a:off x="988822" y="223520"/>
              <a:ext cx="33528" cy="33528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-53" y="31607"/>
              <a:ext cx="694871" cy="195625"/>
              <a:chOff x="-53" y="31607"/>
              <a:chExt cx="694871" cy="195625"/>
            </a:xfrm>
            <a:grpFill/>
          </p:grpSpPr>
          <p:sp>
            <p:nvSpPr>
              <p:cNvPr id="51" name="任意多边形"/>
              <p:cNvSpPr/>
              <p:nvPr/>
            </p:nvSpPr>
            <p:spPr>
              <a:xfrm>
                <a:off x="490300" y="32512"/>
                <a:ext cx="204518" cy="193631"/>
              </a:xfrm>
              <a:custGeom>
                <a:avLst/>
                <a:gdLst/>
                <a:ahLst/>
                <a:cxnLst/>
                <a:rect l="0" t="0" r="0" b="0"/>
                <a:pathLst>
                  <a:path w="204518" h="193631">
                    <a:moveTo>
                      <a:pt x="204517" y="139192"/>
                    </a:moveTo>
                    <a:cubicBezTo>
                      <a:pt x="204517" y="124843"/>
                      <a:pt x="198817" y="111082"/>
                      <a:pt x="188671" y="100936"/>
                    </a:cubicBezTo>
                    <a:cubicBezTo>
                      <a:pt x="178525" y="90790"/>
                      <a:pt x="164764" y="85090"/>
                      <a:pt x="150415" y="85090"/>
                    </a:cubicBezTo>
                    <a:lnTo>
                      <a:pt x="51482" y="85090"/>
                    </a:lnTo>
                    <a:cubicBezTo>
                      <a:pt x="39914" y="85830"/>
                      <a:pt x="28894" y="80079"/>
                      <a:pt x="22886" y="70166"/>
                    </a:cubicBezTo>
                    <a:cubicBezTo>
                      <a:pt x="16878" y="60254"/>
                      <a:pt x="16878" y="47823"/>
                      <a:pt x="22886" y="37911"/>
                    </a:cubicBezTo>
                    <a:cubicBezTo>
                      <a:pt x="28894" y="27998"/>
                      <a:pt x="39914" y="22247"/>
                      <a:pt x="51482" y="22987"/>
                    </a:cubicBezTo>
                    <a:lnTo>
                      <a:pt x="186102" y="22987"/>
                    </a:lnTo>
                    <a:cubicBezTo>
                      <a:pt x="191984" y="22368"/>
                      <a:pt x="196449" y="17408"/>
                      <a:pt x="196449" y="11494"/>
                    </a:cubicBezTo>
                    <a:cubicBezTo>
                      <a:pt x="196449" y="5579"/>
                      <a:pt x="191984" y="619"/>
                      <a:pt x="186102" y="0"/>
                    </a:cubicBezTo>
                    <a:lnTo>
                      <a:pt x="51482" y="0"/>
                    </a:lnTo>
                    <a:cubicBezTo>
                      <a:pt x="22655" y="1398"/>
                      <a:pt x="0" y="25178"/>
                      <a:pt x="0" y="54039"/>
                    </a:cubicBezTo>
                    <a:cubicBezTo>
                      <a:pt x="0" y="82900"/>
                      <a:pt x="22655" y="106679"/>
                      <a:pt x="51482" y="108077"/>
                    </a:cubicBezTo>
                    <a:lnTo>
                      <a:pt x="150415" y="108077"/>
                    </a:lnTo>
                    <a:cubicBezTo>
                      <a:pt x="166794" y="109125"/>
                      <a:pt x="179543" y="122716"/>
                      <a:pt x="179543" y="139129"/>
                    </a:cubicBezTo>
                    <a:cubicBezTo>
                      <a:pt x="179543" y="155541"/>
                      <a:pt x="166794" y="169132"/>
                      <a:pt x="150415" y="170180"/>
                    </a:cubicBezTo>
                    <a:lnTo>
                      <a:pt x="15922" y="170180"/>
                    </a:lnTo>
                    <a:cubicBezTo>
                      <a:pt x="11527" y="169717"/>
                      <a:pt x="7253" y="171801"/>
                      <a:pt x="4912" y="175549"/>
                    </a:cubicBezTo>
                    <a:cubicBezTo>
                      <a:pt x="2570" y="179296"/>
                      <a:pt x="2570" y="184051"/>
                      <a:pt x="4912" y="187798"/>
                    </a:cubicBezTo>
                    <a:cubicBezTo>
                      <a:pt x="7253" y="191546"/>
                      <a:pt x="11527" y="193630"/>
                      <a:pt x="15922" y="193167"/>
                    </a:cubicBezTo>
                    <a:lnTo>
                      <a:pt x="150542" y="193167"/>
                    </a:lnTo>
                    <a:cubicBezTo>
                      <a:pt x="180323" y="193097"/>
                      <a:pt x="204447" y="168973"/>
                      <a:pt x="204517" y="13919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endParaRPr>
              </a:p>
            </p:txBody>
          </p:sp>
          <p:sp>
            <p:nvSpPr>
              <p:cNvPr id="52" name="任意多边形"/>
              <p:cNvSpPr/>
              <p:nvPr/>
            </p:nvSpPr>
            <p:spPr>
              <a:xfrm>
                <a:off x="269240" y="32512"/>
                <a:ext cx="202439" cy="192339"/>
              </a:xfrm>
              <a:custGeom>
                <a:avLst/>
                <a:gdLst/>
                <a:ahLst/>
                <a:cxnLst/>
                <a:rect l="0" t="0" r="0" b="0"/>
                <a:pathLst>
                  <a:path w="202439" h="192339">
                    <a:moveTo>
                      <a:pt x="202438" y="54102"/>
                    </a:moveTo>
                    <a:cubicBezTo>
                      <a:pt x="202438" y="39753"/>
                      <a:pt x="196738" y="25992"/>
                      <a:pt x="186592" y="15846"/>
                    </a:cubicBezTo>
                    <a:cubicBezTo>
                      <a:pt x="176446" y="5700"/>
                      <a:pt x="162685" y="0"/>
                      <a:pt x="148336" y="0"/>
                    </a:cubicBezTo>
                    <a:lnTo>
                      <a:pt x="11430" y="0"/>
                    </a:lnTo>
                    <a:cubicBezTo>
                      <a:pt x="5548" y="619"/>
                      <a:pt x="1083" y="5579"/>
                      <a:pt x="1083" y="11493"/>
                    </a:cubicBezTo>
                    <a:cubicBezTo>
                      <a:pt x="1083" y="17408"/>
                      <a:pt x="5548" y="22368"/>
                      <a:pt x="11430" y="22987"/>
                    </a:cubicBezTo>
                    <a:lnTo>
                      <a:pt x="148336" y="22987"/>
                    </a:lnTo>
                    <a:cubicBezTo>
                      <a:pt x="164715" y="24035"/>
                      <a:pt x="177464" y="37626"/>
                      <a:pt x="177464" y="54039"/>
                    </a:cubicBezTo>
                    <a:cubicBezTo>
                      <a:pt x="177464" y="70451"/>
                      <a:pt x="164715" y="84042"/>
                      <a:pt x="148336" y="85090"/>
                    </a:cubicBezTo>
                    <a:lnTo>
                      <a:pt x="33274" y="85090"/>
                    </a:lnTo>
                    <a:cubicBezTo>
                      <a:pt x="14877" y="85160"/>
                      <a:pt x="0" y="100094"/>
                      <a:pt x="0" y="118491"/>
                    </a:cubicBezTo>
                    <a:lnTo>
                      <a:pt x="0" y="118491"/>
                    </a:lnTo>
                    <a:lnTo>
                      <a:pt x="0" y="181991"/>
                    </a:lnTo>
                    <a:cubicBezTo>
                      <a:pt x="619" y="187873"/>
                      <a:pt x="5579" y="192338"/>
                      <a:pt x="11493" y="192338"/>
                    </a:cubicBezTo>
                    <a:cubicBezTo>
                      <a:pt x="17408" y="192338"/>
                      <a:pt x="22368" y="187873"/>
                      <a:pt x="22987" y="181991"/>
                    </a:cubicBezTo>
                    <a:lnTo>
                      <a:pt x="22987" y="150241"/>
                    </a:lnTo>
                    <a:lnTo>
                      <a:pt x="22987" y="150241"/>
                    </a:lnTo>
                    <a:lnTo>
                      <a:pt x="22987" y="118491"/>
                    </a:lnTo>
                    <a:cubicBezTo>
                      <a:pt x="22987" y="112810"/>
                      <a:pt x="27593" y="108204"/>
                      <a:pt x="33274" y="108204"/>
                    </a:cubicBezTo>
                    <a:lnTo>
                      <a:pt x="148336" y="108204"/>
                    </a:lnTo>
                    <a:cubicBezTo>
                      <a:pt x="178216" y="108204"/>
                      <a:pt x="202438" y="83982"/>
                      <a:pt x="202438" y="5410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任意多边形"/>
              <p:cNvSpPr/>
              <p:nvPr/>
            </p:nvSpPr>
            <p:spPr>
              <a:xfrm>
                <a:off x="-53" y="31607"/>
                <a:ext cx="232511" cy="195625"/>
              </a:xfrm>
              <a:custGeom>
                <a:avLst/>
                <a:gdLst/>
                <a:ahLst/>
                <a:cxnLst/>
                <a:rect l="0" t="0" r="0" b="0"/>
                <a:pathLst>
                  <a:path w="232511" h="195625">
                    <a:moveTo>
                      <a:pt x="232336" y="12589"/>
                    </a:moveTo>
                    <a:cubicBezTo>
                      <a:pt x="232510" y="8064"/>
                      <a:pt x="229967" y="3872"/>
                      <a:pt x="225874" y="1936"/>
                    </a:cubicBezTo>
                    <a:cubicBezTo>
                      <a:pt x="221781" y="0"/>
                      <a:pt x="216927" y="694"/>
                      <a:pt x="213540" y="3699"/>
                    </a:cubicBezTo>
                    <a:lnTo>
                      <a:pt x="130228" y="71390"/>
                    </a:lnTo>
                    <a:lnTo>
                      <a:pt x="148516" y="86249"/>
                    </a:lnTo>
                    <a:lnTo>
                      <a:pt x="209476" y="36719"/>
                    </a:lnTo>
                    <a:lnTo>
                      <a:pt x="209476" y="158893"/>
                    </a:lnTo>
                    <a:lnTo>
                      <a:pt x="183060" y="137430"/>
                    </a:lnTo>
                    <a:cubicBezTo>
                      <a:pt x="182600" y="137243"/>
                      <a:pt x="182172" y="136986"/>
                      <a:pt x="181790" y="136668"/>
                    </a:cubicBezTo>
                    <a:lnTo>
                      <a:pt x="116004" y="82693"/>
                    </a:lnTo>
                    <a:lnTo>
                      <a:pt x="97970" y="97552"/>
                    </a:lnTo>
                    <a:lnTo>
                      <a:pt x="97970" y="97552"/>
                    </a:lnTo>
                    <a:lnTo>
                      <a:pt x="78158" y="113681"/>
                    </a:lnTo>
                    <a:lnTo>
                      <a:pt x="50853" y="135779"/>
                    </a:lnTo>
                    <a:lnTo>
                      <a:pt x="50853" y="135779"/>
                    </a:lnTo>
                    <a:lnTo>
                      <a:pt x="23040" y="158893"/>
                    </a:lnTo>
                    <a:lnTo>
                      <a:pt x="23040" y="36719"/>
                    </a:lnTo>
                    <a:lnTo>
                      <a:pt x="83873" y="86122"/>
                    </a:lnTo>
                    <a:lnTo>
                      <a:pt x="101653" y="71263"/>
                    </a:lnTo>
                    <a:lnTo>
                      <a:pt x="19992" y="4588"/>
                    </a:lnTo>
                    <a:lnTo>
                      <a:pt x="19992" y="4588"/>
                    </a:lnTo>
                    <a:lnTo>
                      <a:pt x="18976" y="3699"/>
                    </a:lnTo>
                    <a:cubicBezTo>
                      <a:pt x="16638" y="1756"/>
                      <a:pt x="13622" y="824"/>
                      <a:pt x="10595" y="1110"/>
                    </a:cubicBezTo>
                    <a:cubicBezTo>
                      <a:pt x="7568" y="1396"/>
                      <a:pt x="4780" y="2876"/>
                      <a:pt x="2847" y="5223"/>
                    </a:cubicBezTo>
                    <a:cubicBezTo>
                      <a:pt x="1154" y="7300"/>
                      <a:pt x="254" y="9910"/>
                      <a:pt x="307" y="12589"/>
                    </a:cubicBezTo>
                    <a:lnTo>
                      <a:pt x="53" y="12589"/>
                    </a:lnTo>
                    <a:lnTo>
                      <a:pt x="53" y="182769"/>
                    </a:lnTo>
                    <a:lnTo>
                      <a:pt x="53" y="182769"/>
                    </a:lnTo>
                    <a:cubicBezTo>
                      <a:pt x="0" y="185448"/>
                      <a:pt x="900" y="188058"/>
                      <a:pt x="2593" y="190135"/>
                    </a:cubicBezTo>
                    <a:cubicBezTo>
                      <a:pt x="6702" y="194999"/>
                      <a:pt x="13971" y="195624"/>
                      <a:pt x="18849" y="191532"/>
                    </a:cubicBezTo>
                    <a:lnTo>
                      <a:pt x="116131" y="112411"/>
                    </a:lnTo>
                    <a:lnTo>
                      <a:pt x="213413" y="191532"/>
                    </a:lnTo>
                    <a:cubicBezTo>
                      <a:pt x="218291" y="195624"/>
                      <a:pt x="225560" y="194999"/>
                      <a:pt x="229669" y="190135"/>
                    </a:cubicBezTo>
                    <a:cubicBezTo>
                      <a:pt x="231352" y="188053"/>
                      <a:pt x="232251" y="185446"/>
                      <a:pt x="232209" y="182769"/>
                    </a:cubicBezTo>
                    <a:lnTo>
                      <a:pt x="232209" y="182769"/>
                    </a:lnTo>
                    <a:lnTo>
                      <a:pt x="232209" y="12462"/>
                    </a:lnTo>
                  </a:path>
                </a:pathLst>
              </a:custGeom>
              <a:grp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accent1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/>
          <p:cNvSpPr/>
          <p:nvPr/>
        </p:nvSpPr>
        <p:spPr>
          <a:xfrm>
            <a:off x="9457898" y="5125533"/>
            <a:ext cx="2741073" cy="1732467"/>
          </a:xfrm>
          <a:custGeom>
            <a:avLst/>
            <a:gdLst>
              <a:gd name="connsiteX0" fmla="*/ 3541507 w 5236095"/>
              <a:gd name="connsiteY0" fmla="*/ 9 h 3309419"/>
              <a:gd name="connsiteX1" fmla="*/ 3876511 w 5236095"/>
              <a:gd name="connsiteY1" fmla="*/ 141169 h 3309419"/>
              <a:gd name="connsiteX2" fmla="*/ 5236095 w 5236095"/>
              <a:gd name="connsiteY2" fmla="*/ 1517415 h 3309419"/>
              <a:gd name="connsiteX3" fmla="*/ 5236095 w 5236095"/>
              <a:gd name="connsiteY3" fmla="*/ 3309419 h 3309419"/>
              <a:gd name="connsiteX4" fmla="*/ 0 w 5236095"/>
              <a:gd name="connsiteY4" fmla="*/ 3309419 h 3309419"/>
              <a:gd name="connsiteX5" fmla="*/ 28620 w 5236095"/>
              <a:gd name="connsiteY5" fmla="*/ 3274813 h 3309419"/>
              <a:gd name="connsiteX6" fmla="*/ 3204809 w 5236095"/>
              <a:gd name="connsiteY6" fmla="*/ 137078 h 3309419"/>
              <a:gd name="connsiteX7" fmla="*/ 3541507 w 5236095"/>
              <a:gd name="connsiteY7" fmla="*/ 9 h 330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6095" h="3309419">
                <a:moveTo>
                  <a:pt x="3541507" y="9"/>
                </a:moveTo>
                <a:cubicBezTo>
                  <a:pt x="3663061" y="749"/>
                  <a:pt x="3784333" y="47861"/>
                  <a:pt x="3876511" y="141169"/>
                </a:cubicBezTo>
                <a:lnTo>
                  <a:pt x="5236095" y="1517415"/>
                </a:lnTo>
                <a:lnTo>
                  <a:pt x="5236095" y="3309419"/>
                </a:lnTo>
                <a:lnTo>
                  <a:pt x="0" y="3309419"/>
                </a:lnTo>
                <a:lnTo>
                  <a:pt x="28620" y="3274813"/>
                </a:lnTo>
                <a:lnTo>
                  <a:pt x="3204809" y="137078"/>
                </a:lnTo>
                <a:cubicBezTo>
                  <a:pt x="3298118" y="44900"/>
                  <a:pt x="3419954" y="-732"/>
                  <a:pt x="3541507" y="9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9" name="任意多边形: 形状 18"/>
          <p:cNvSpPr/>
          <p:nvPr/>
        </p:nvSpPr>
        <p:spPr>
          <a:xfrm flipH="1">
            <a:off x="0" y="-1"/>
            <a:ext cx="3640081" cy="1987722"/>
          </a:xfrm>
          <a:custGeom>
            <a:avLst/>
            <a:gdLst>
              <a:gd name="connsiteX0" fmla="*/ 0 w 5460023"/>
              <a:gd name="connsiteY0" fmla="*/ 0 h 2981527"/>
              <a:gd name="connsiteX1" fmla="*/ 5460023 w 5460023"/>
              <a:gd name="connsiteY1" fmla="*/ 0 h 2981527"/>
              <a:gd name="connsiteX2" fmla="*/ 5460023 w 5460023"/>
              <a:gd name="connsiteY2" fmla="*/ 940282 h 2981527"/>
              <a:gd name="connsiteX3" fmla="*/ 3551861 w 5460023"/>
              <a:gd name="connsiteY3" fmla="*/ 2825343 h 2981527"/>
              <a:gd name="connsiteX4" fmla="*/ 2786530 w 5460023"/>
              <a:gd name="connsiteY4" fmla="*/ 2820680 h 298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0023" h="2981527">
                <a:moveTo>
                  <a:pt x="0" y="0"/>
                </a:moveTo>
                <a:lnTo>
                  <a:pt x="5460023" y="0"/>
                </a:lnTo>
                <a:lnTo>
                  <a:pt x="5460023" y="940282"/>
                </a:lnTo>
                <a:lnTo>
                  <a:pt x="3551861" y="2825343"/>
                </a:lnTo>
                <a:cubicBezTo>
                  <a:pt x="3339234" y="3035396"/>
                  <a:pt x="2996584" y="3033310"/>
                  <a:pt x="2786530" y="2820680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0" name="任意多边形: 形状 19"/>
          <p:cNvSpPr/>
          <p:nvPr/>
        </p:nvSpPr>
        <p:spPr>
          <a:xfrm flipH="1">
            <a:off x="4648" y="-1"/>
            <a:ext cx="3723684" cy="2065953"/>
          </a:xfrm>
          <a:custGeom>
            <a:avLst/>
            <a:gdLst>
              <a:gd name="connsiteX0" fmla="*/ 0 w 5585422"/>
              <a:gd name="connsiteY0" fmla="*/ 0 h 3098871"/>
              <a:gd name="connsiteX1" fmla="*/ 5585422 w 5585422"/>
              <a:gd name="connsiteY1" fmla="*/ 0 h 3098871"/>
              <a:gd name="connsiteX2" fmla="*/ 5585422 w 5585422"/>
              <a:gd name="connsiteY2" fmla="*/ 1079106 h 3098871"/>
              <a:gd name="connsiteX3" fmla="*/ 3710012 w 5585422"/>
              <a:gd name="connsiteY3" fmla="*/ 2931810 h 3098871"/>
              <a:gd name="connsiteX4" fmla="*/ 2891388 w 5585422"/>
              <a:gd name="connsiteY4" fmla="*/ 2926824 h 309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5422" h="3098871">
                <a:moveTo>
                  <a:pt x="0" y="0"/>
                </a:moveTo>
                <a:lnTo>
                  <a:pt x="5585422" y="0"/>
                </a:lnTo>
                <a:lnTo>
                  <a:pt x="5585422" y="1079106"/>
                </a:lnTo>
                <a:lnTo>
                  <a:pt x="3710012" y="2931810"/>
                </a:lnTo>
                <a:cubicBezTo>
                  <a:pt x="3482580" y="3156491"/>
                  <a:pt x="3116069" y="3154260"/>
                  <a:pt x="2891388" y="2926824"/>
                </a:cubicBezTo>
                <a:close/>
              </a:path>
            </a:pathLst>
          </a:custGeom>
          <a:noFill/>
          <a:ln>
            <a:solidFill>
              <a:srgbClr val="6696B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3" name="菱形"/>
          <p:cNvSpPr/>
          <p:nvPr/>
        </p:nvSpPr>
        <p:spPr bwMode="auto">
          <a:xfrm>
            <a:off x="5503971" y="1177546"/>
            <a:ext cx="888407" cy="888407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36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01</a:t>
            </a:r>
            <a:endParaRPr lang="en-US" altLang="zh-CN" sz="36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4" name="菱形"/>
          <p:cNvSpPr/>
          <p:nvPr/>
        </p:nvSpPr>
        <p:spPr bwMode="auto">
          <a:xfrm>
            <a:off x="5503971" y="2382379"/>
            <a:ext cx="888407" cy="888407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36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02</a:t>
            </a:r>
            <a:endParaRPr lang="en-US" altLang="zh-CN" sz="36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5" name="菱形"/>
          <p:cNvSpPr/>
          <p:nvPr/>
        </p:nvSpPr>
        <p:spPr bwMode="auto">
          <a:xfrm>
            <a:off x="5503971" y="3587212"/>
            <a:ext cx="888407" cy="888407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36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03</a:t>
            </a:r>
            <a:endParaRPr lang="en-US" altLang="zh-CN" sz="36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6" name="菱形"/>
          <p:cNvSpPr/>
          <p:nvPr/>
        </p:nvSpPr>
        <p:spPr bwMode="auto">
          <a:xfrm>
            <a:off x="5503971" y="4792046"/>
            <a:ext cx="888407" cy="888407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36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04</a:t>
            </a:r>
            <a:endParaRPr lang="en-US" altLang="zh-CN" sz="36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7" name="文本框 24"/>
          <p:cNvSpPr txBox="1"/>
          <p:nvPr/>
        </p:nvSpPr>
        <p:spPr>
          <a:xfrm>
            <a:off x="6773469" y="1329362"/>
            <a:ext cx="416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来源杂乱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8" name="文本框 25"/>
          <p:cNvSpPr txBox="1"/>
          <p:nvPr/>
        </p:nvSpPr>
        <p:spPr>
          <a:xfrm>
            <a:off x="6773469" y="2534195"/>
            <a:ext cx="416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质量失控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9" name="文本框 26"/>
          <p:cNvSpPr txBox="1"/>
          <p:nvPr/>
        </p:nvSpPr>
        <p:spPr>
          <a:xfrm>
            <a:off x="6773469" y="3739028"/>
            <a:ext cx="416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结构失配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0" name="文本框 27"/>
          <p:cNvSpPr txBox="1"/>
          <p:nvPr/>
        </p:nvSpPr>
        <p:spPr>
          <a:xfrm>
            <a:off x="6773469" y="4943862"/>
            <a:ext cx="416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责任缺位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1" name="文本框 5"/>
          <p:cNvSpPr txBox="1"/>
          <p:nvPr/>
        </p:nvSpPr>
        <p:spPr>
          <a:xfrm>
            <a:off x="1256558" y="2855372"/>
            <a:ext cx="2138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48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知识库治理工程</a:t>
            </a:r>
            <a:endParaRPr lang="zh-CN" altLang="en-US" sz="48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2" name="文本框 9"/>
          <p:cNvSpPr txBox="1"/>
          <p:nvPr/>
        </p:nvSpPr>
        <p:spPr>
          <a:xfrm>
            <a:off x="1256558" y="3657108"/>
            <a:ext cx="2385999" cy="400110"/>
          </a:xfrm>
          <a:prstGeom prst="rect">
            <a:avLst/>
          </a:prstGeom>
          <a:solidFill>
            <a:srgbClr val="6696B6"/>
          </a:solidFill>
        </p:spPr>
        <p:txBody>
          <a:bodyPr vert="horz"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0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TECH SALON</a:t>
            </a:r>
            <a:endParaRPr lang="en-US" altLang="zh-CN" sz="20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-7403" y="-2"/>
            <a:ext cx="12221827" cy="6861177"/>
            <a:chOff x="-7403" y="-2"/>
            <a:chExt cx="12221827" cy="6861177"/>
          </a:xfrm>
        </p:grpSpPr>
        <p:sp>
          <p:nvSpPr>
            <p:cNvPr id="17" name="任意多边形: 形状 16"/>
            <p:cNvSpPr/>
            <p:nvPr/>
          </p:nvSpPr>
          <p:spPr>
            <a:xfrm>
              <a:off x="-7403" y="2508015"/>
              <a:ext cx="4391298" cy="4353160"/>
            </a:xfrm>
            <a:custGeom>
              <a:avLst/>
              <a:gdLst>
                <a:gd name="connsiteX0" fmla="*/ 0 w 3918711"/>
                <a:gd name="connsiteY0" fmla="*/ 0 h 3884677"/>
                <a:gd name="connsiteX1" fmla="*/ 127100 w 3918711"/>
                <a:gd name="connsiteY1" fmla="*/ 67876 h 3884677"/>
                <a:gd name="connsiteX2" fmla="*/ 241996 w 3918711"/>
                <a:gd name="connsiteY2" fmla="*/ 162901 h 3884677"/>
                <a:gd name="connsiteX3" fmla="*/ 3918711 w 3918711"/>
                <a:gd name="connsiteY3" fmla="*/ 3884677 h 3884677"/>
                <a:gd name="connsiteX4" fmla="*/ 0 w 3918711"/>
                <a:gd name="connsiteY4" fmla="*/ 3884677 h 3884677"/>
                <a:gd name="connsiteX5" fmla="*/ 0 w 3918711"/>
                <a:gd name="connsiteY5" fmla="*/ 0 h 388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18711" h="3884677">
                  <a:moveTo>
                    <a:pt x="0" y="0"/>
                  </a:moveTo>
                  <a:lnTo>
                    <a:pt x="127100" y="67876"/>
                  </a:lnTo>
                  <a:cubicBezTo>
                    <a:pt x="167752" y="95074"/>
                    <a:pt x="206283" y="126750"/>
                    <a:pt x="241996" y="162901"/>
                  </a:cubicBezTo>
                  <a:lnTo>
                    <a:pt x="3918711" y="3884677"/>
                  </a:lnTo>
                  <a:lnTo>
                    <a:pt x="0" y="388467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rgbClr val="6696B6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703876" y="-2"/>
              <a:ext cx="8784250" cy="6858002"/>
            </a:xfrm>
            <a:custGeom>
              <a:avLst/>
              <a:gdLst>
                <a:gd name="connsiteX0" fmla="*/ 3325627 w 8784250"/>
                <a:gd name="connsiteY0" fmla="*/ 0 h 6858002"/>
                <a:gd name="connsiteX1" fmla="*/ 5488675 w 8784250"/>
                <a:gd name="connsiteY1" fmla="*/ 0 h 6858002"/>
                <a:gd name="connsiteX2" fmla="*/ 8618482 w 8784250"/>
                <a:gd name="connsiteY2" fmla="*/ 3168164 h 6858002"/>
                <a:gd name="connsiteX3" fmla="*/ 8613534 w 8784250"/>
                <a:gd name="connsiteY3" fmla="*/ 3980458 h 6858002"/>
                <a:gd name="connsiteX4" fmla="*/ 5700725 w 8784250"/>
                <a:gd name="connsiteY4" fmla="*/ 6858002 h 6858002"/>
                <a:gd name="connsiteX5" fmla="*/ 3059304 w 8784250"/>
                <a:gd name="connsiteY5" fmla="*/ 6858002 h 6858002"/>
                <a:gd name="connsiteX6" fmla="*/ 165769 w 8784250"/>
                <a:gd name="connsiteY6" fmla="*/ 3929008 h 6858002"/>
                <a:gd name="connsiteX7" fmla="*/ 170717 w 8784250"/>
                <a:gd name="connsiteY7" fmla="*/ 3116714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84250" h="6858002">
                  <a:moveTo>
                    <a:pt x="3325627" y="0"/>
                  </a:moveTo>
                  <a:lnTo>
                    <a:pt x="5488675" y="0"/>
                  </a:lnTo>
                  <a:lnTo>
                    <a:pt x="8618482" y="3168164"/>
                  </a:lnTo>
                  <a:cubicBezTo>
                    <a:pt x="8841425" y="3393839"/>
                    <a:pt x="8839209" y="3757515"/>
                    <a:pt x="8613534" y="3980458"/>
                  </a:cubicBezTo>
                  <a:lnTo>
                    <a:pt x="5700725" y="6858002"/>
                  </a:lnTo>
                  <a:lnTo>
                    <a:pt x="3059304" y="6858002"/>
                  </a:lnTo>
                  <a:lnTo>
                    <a:pt x="165769" y="3929008"/>
                  </a:lnTo>
                  <a:cubicBezTo>
                    <a:pt x="-57174" y="3703333"/>
                    <a:pt x="-54957" y="3339657"/>
                    <a:pt x="170717" y="3116714"/>
                  </a:cubicBezTo>
                  <a:close/>
                </a:path>
              </a:pathLst>
            </a:custGeom>
            <a:solidFill>
              <a:srgbClr val="6696B6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7888406" y="4142179"/>
              <a:ext cx="4296918" cy="2715822"/>
            </a:xfrm>
            <a:custGeom>
              <a:avLst/>
              <a:gdLst>
                <a:gd name="connsiteX0" fmla="*/ 3541507 w 5236095"/>
                <a:gd name="connsiteY0" fmla="*/ 9 h 3309419"/>
                <a:gd name="connsiteX1" fmla="*/ 3876511 w 5236095"/>
                <a:gd name="connsiteY1" fmla="*/ 141169 h 3309419"/>
                <a:gd name="connsiteX2" fmla="*/ 5236095 w 5236095"/>
                <a:gd name="connsiteY2" fmla="*/ 1517415 h 3309419"/>
                <a:gd name="connsiteX3" fmla="*/ 5236095 w 5236095"/>
                <a:gd name="connsiteY3" fmla="*/ 3309419 h 3309419"/>
                <a:gd name="connsiteX4" fmla="*/ 0 w 5236095"/>
                <a:gd name="connsiteY4" fmla="*/ 3309419 h 3309419"/>
                <a:gd name="connsiteX5" fmla="*/ 28620 w 5236095"/>
                <a:gd name="connsiteY5" fmla="*/ 3274813 h 3309419"/>
                <a:gd name="connsiteX6" fmla="*/ 3204809 w 5236095"/>
                <a:gd name="connsiteY6" fmla="*/ 137078 h 3309419"/>
                <a:gd name="connsiteX7" fmla="*/ 3541507 w 5236095"/>
                <a:gd name="connsiteY7" fmla="*/ 9 h 330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36095" h="3309419">
                  <a:moveTo>
                    <a:pt x="3541507" y="9"/>
                  </a:moveTo>
                  <a:cubicBezTo>
                    <a:pt x="3663061" y="749"/>
                    <a:pt x="3784333" y="47861"/>
                    <a:pt x="3876511" y="141169"/>
                  </a:cubicBezTo>
                  <a:lnTo>
                    <a:pt x="5236095" y="1517415"/>
                  </a:lnTo>
                  <a:lnTo>
                    <a:pt x="5236095" y="3309419"/>
                  </a:lnTo>
                  <a:lnTo>
                    <a:pt x="0" y="3309419"/>
                  </a:lnTo>
                  <a:lnTo>
                    <a:pt x="28620" y="3274813"/>
                  </a:lnTo>
                  <a:lnTo>
                    <a:pt x="3204809" y="137078"/>
                  </a:lnTo>
                  <a:cubicBezTo>
                    <a:pt x="3298118" y="44900"/>
                    <a:pt x="3419954" y="-732"/>
                    <a:pt x="3541507" y="9"/>
                  </a:cubicBezTo>
                  <a:close/>
                </a:path>
              </a:pathLst>
            </a:custGeom>
            <a:solidFill>
              <a:srgbClr val="6696B6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 flipH="1">
              <a:off x="0" y="-1"/>
              <a:ext cx="4592885" cy="2508015"/>
            </a:xfrm>
            <a:custGeom>
              <a:avLst/>
              <a:gdLst>
                <a:gd name="connsiteX0" fmla="*/ 0 w 5460023"/>
                <a:gd name="connsiteY0" fmla="*/ 0 h 2981527"/>
                <a:gd name="connsiteX1" fmla="*/ 5460023 w 5460023"/>
                <a:gd name="connsiteY1" fmla="*/ 0 h 2981527"/>
                <a:gd name="connsiteX2" fmla="*/ 5460023 w 5460023"/>
                <a:gd name="connsiteY2" fmla="*/ 940282 h 2981527"/>
                <a:gd name="connsiteX3" fmla="*/ 3551861 w 5460023"/>
                <a:gd name="connsiteY3" fmla="*/ 2825343 h 2981527"/>
                <a:gd name="connsiteX4" fmla="*/ 2786530 w 5460023"/>
                <a:gd name="connsiteY4" fmla="*/ 2820680 h 2981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0023" h="2981527">
                  <a:moveTo>
                    <a:pt x="0" y="0"/>
                  </a:moveTo>
                  <a:lnTo>
                    <a:pt x="5460023" y="0"/>
                  </a:lnTo>
                  <a:lnTo>
                    <a:pt x="5460023" y="940282"/>
                  </a:lnTo>
                  <a:lnTo>
                    <a:pt x="3551861" y="2825343"/>
                  </a:lnTo>
                  <a:cubicBezTo>
                    <a:pt x="3339234" y="3035396"/>
                    <a:pt x="2996584" y="3033310"/>
                    <a:pt x="2786530" y="2820680"/>
                  </a:cubicBezTo>
                  <a:close/>
                </a:path>
              </a:pathLst>
            </a:custGeom>
            <a:solidFill>
              <a:srgbClr val="6696B6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7671541" y="1"/>
              <a:ext cx="4542883" cy="3754877"/>
            </a:xfrm>
            <a:custGeom>
              <a:avLst/>
              <a:gdLst>
                <a:gd name="connsiteX0" fmla="*/ 0 w 4542883"/>
                <a:gd name="connsiteY0" fmla="*/ 0 h 3754877"/>
                <a:gd name="connsiteX1" fmla="*/ 4542883 w 4542883"/>
                <a:gd name="connsiteY1" fmla="*/ 0 h 3754877"/>
                <a:gd name="connsiteX2" fmla="*/ 4542883 w 4542883"/>
                <a:gd name="connsiteY2" fmla="*/ 3505533 h 3754877"/>
                <a:gd name="connsiteX3" fmla="*/ 4495391 w 4542883"/>
                <a:gd name="connsiteY3" fmla="*/ 3552450 h 3754877"/>
                <a:gd name="connsiteX4" fmla="*/ 3503471 w 4542883"/>
                <a:gd name="connsiteY4" fmla="*/ 3546408 h 375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2883" h="3754877">
                  <a:moveTo>
                    <a:pt x="0" y="0"/>
                  </a:moveTo>
                  <a:lnTo>
                    <a:pt x="4542883" y="0"/>
                  </a:lnTo>
                  <a:lnTo>
                    <a:pt x="4542883" y="3505533"/>
                  </a:lnTo>
                  <a:lnTo>
                    <a:pt x="4495391" y="3552450"/>
                  </a:lnTo>
                  <a:cubicBezTo>
                    <a:pt x="4219813" y="3824694"/>
                    <a:pt x="3775715" y="3821991"/>
                    <a:pt x="3503471" y="3546408"/>
                  </a:cubicBezTo>
                  <a:close/>
                </a:path>
              </a:pathLst>
            </a:custGeom>
            <a:noFill/>
            <a:ln>
              <a:solidFill>
                <a:srgbClr val="6696B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sp>
        <p:nvSpPr>
          <p:cNvPr id="34" name="菱形"/>
          <p:cNvSpPr/>
          <p:nvPr/>
        </p:nvSpPr>
        <p:spPr bwMode="auto">
          <a:xfrm>
            <a:off x="5300759" y="1727190"/>
            <a:ext cx="1590482" cy="1590482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54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01</a:t>
            </a:r>
            <a:endParaRPr lang="en-US" altLang="zh-CN" sz="54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5" name="文本框 24"/>
          <p:cNvSpPr txBox="1"/>
          <p:nvPr/>
        </p:nvSpPr>
        <p:spPr>
          <a:xfrm>
            <a:off x="3419116" y="3537092"/>
            <a:ext cx="5353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工作内容回顾</a:t>
            </a:r>
            <a:endParaRPr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977324" y="4341684"/>
            <a:ext cx="6237352" cy="78912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The user can demonstrate on a projector or computer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or print the presentation and make it into a in a wider field.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14149" y="1664769"/>
            <a:ext cx="3057098" cy="2429302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0" y="1664768"/>
            <a:ext cx="3057098" cy="24293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05851" y="1664768"/>
            <a:ext cx="4572000" cy="2429302"/>
          </a:xfrm>
          <a:prstGeom prst="rect">
            <a:avLst/>
          </a:prstGeom>
          <a:solidFill>
            <a:srgbClr val="6696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7311590" y="2050112"/>
            <a:ext cx="22249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7311592" y="2514844"/>
            <a:ext cx="4016050" cy="1028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  <a:endParaRPr lang="zh-CN" altLang="en-US" sz="14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614149" y="4386691"/>
            <a:ext cx="27766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614150" y="4851423"/>
            <a:ext cx="4967783" cy="1351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5982263" y="4386691"/>
            <a:ext cx="27766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5982265" y="4851423"/>
            <a:ext cx="5595585" cy="1351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点击此处输入您的汇报内容，根据您的实际情况调整文字大小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1" name="任意多边形: 形状 10"/>
          <p:cNvSpPr/>
          <p:nvPr/>
        </p:nvSpPr>
        <p:spPr>
          <a:xfrm>
            <a:off x="11206264" y="6230570"/>
            <a:ext cx="992707" cy="627430"/>
          </a:xfrm>
          <a:custGeom>
            <a:avLst/>
            <a:gdLst>
              <a:gd name="connsiteX0" fmla="*/ 3541507 w 5236095"/>
              <a:gd name="connsiteY0" fmla="*/ 9 h 3309419"/>
              <a:gd name="connsiteX1" fmla="*/ 3876511 w 5236095"/>
              <a:gd name="connsiteY1" fmla="*/ 141169 h 3309419"/>
              <a:gd name="connsiteX2" fmla="*/ 5236095 w 5236095"/>
              <a:gd name="connsiteY2" fmla="*/ 1517415 h 3309419"/>
              <a:gd name="connsiteX3" fmla="*/ 5236095 w 5236095"/>
              <a:gd name="connsiteY3" fmla="*/ 3309419 h 3309419"/>
              <a:gd name="connsiteX4" fmla="*/ 0 w 5236095"/>
              <a:gd name="connsiteY4" fmla="*/ 3309419 h 3309419"/>
              <a:gd name="connsiteX5" fmla="*/ 28620 w 5236095"/>
              <a:gd name="connsiteY5" fmla="*/ 3274813 h 3309419"/>
              <a:gd name="connsiteX6" fmla="*/ 3204809 w 5236095"/>
              <a:gd name="connsiteY6" fmla="*/ 137078 h 3309419"/>
              <a:gd name="connsiteX7" fmla="*/ 3541507 w 5236095"/>
              <a:gd name="connsiteY7" fmla="*/ 9 h 330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6095" h="3309419">
                <a:moveTo>
                  <a:pt x="3541507" y="9"/>
                </a:moveTo>
                <a:cubicBezTo>
                  <a:pt x="3663061" y="749"/>
                  <a:pt x="3784333" y="47861"/>
                  <a:pt x="3876511" y="141169"/>
                </a:cubicBezTo>
                <a:lnTo>
                  <a:pt x="5236095" y="1517415"/>
                </a:lnTo>
                <a:lnTo>
                  <a:pt x="5236095" y="3309419"/>
                </a:lnTo>
                <a:lnTo>
                  <a:pt x="0" y="3309419"/>
                </a:lnTo>
                <a:lnTo>
                  <a:pt x="28620" y="3274813"/>
                </a:lnTo>
                <a:lnTo>
                  <a:pt x="3204809" y="137078"/>
                </a:lnTo>
                <a:cubicBezTo>
                  <a:pt x="3298118" y="44900"/>
                  <a:pt x="3419954" y="-732"/>
                  <a:pt x="3541507" y="9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3" name="任意多边形: 形状 12"/>
          <p:cNvSpPr/>
          <p:nvPr/>
        </p:nvSpPr>
        <p:spPr>
          <a:xfrm flipH="1">
            <a:off x="0" y="-1"/>
            <a:ext cx="1424610" cy="777930"/>
          </a:xfrm>
          <a:custGeom>
            <a:avLst/>
            <a:gdLst>
              <a:gd name="connsiteX0" fmla="*/ 0 w 5460023"/>
              <a:gd name="connsiteY0" fmla="*/ 0 h 2981527"/>
              <a:gd name="connsiteX1" fmla="*/ 5460023 w 5460023"/>
              <a:gd name="connsiteY1" fmla="*/ 0 h 2981527"/>
              <a:gd name="connsiteX2" fmla="*/ 5460023 w 5460023"/>
              <a:gd name="connsiteY2" fmla="*/ 940282 h 2981527"/>
              <a:gd name="connsiteX3" fmla="*/ 3551861 w 5460023"/>
              <a:gd name="connsiteY3" fmla="*/ 2825343 h 2981527"/>
              <a:gd name="connsiteX4" fmla="*/ 2786530 w 5460023"/>
              <a:gd name="connsiteY4" fmla="*/ 2820680 h 298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0023" h="2981527">
                <a:moveTo>
                  <a:pt x="0" y="0"/>
                </a:moveTo>
                <a:lnTo>
                  <a:pt x="5460023" y="0"/>
                </a:lnTo>
                <a:lnTo>
                  <a:pt x="5460023" y="940282"/>
                </a:lnTo>
                <a:lnTo>
                  <a:pt x="3551861" y="2825343"/>
                </a:lnTo>
                <a:cubicBezTo>
                  <a:pt x="3339234" y="3035396"/>
                  <a:pt x="2996584" y="3033310"/>
                  <a:pt x="2786530" y="2820680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5" name="任意多边形: 形状 14"/>
          <p:cNvSpPr/>
          <p:nvPr/>
        </p:nvSpPr>
        <p:spPr>
          <a:xfrm flipH="1">
            <a:off x="1819" y="-1"/>
            <a:ext cx="1457330" cy="808547"/>
          </a:xfrm>
          <a:custGeom>
            <a:avLst/>
            <a:gdLst>
              <a:gd name="connsiteX0" fmla="*/ 0 w 5585422"/>
              <a:gd name="connsiteY0" fmla="*/ 0 h 3098871"/>
              <a:gd name="connsiteX1" fmla="*/ 5585422 w 5585422"/>
              <a:gd name="connsiteY1" fmla="*/ 0 h 3098871"/>
              <a:gd name="connsiteX2" fmla="*/ 5585422 w 5585422"/>
              <a:gd name="connsiteY2" fmla="*/ 1079106 h 3098871"/>
              <a:gd name="connsiteX3" fmla="*/ 3710012 w 5585422"/>
              <a:gd name="connsiteY3" fmla="*/ 2931810 h 3098871"/>
              <a:gd name="connsiteX4" fmla="*/ 2891388 w 5585422"/>
              <a:gd name="connsiteY4" fmla="*/ 2926824 h 309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5422" h="3098871">
                <a:moveTo>
                  <a:pt x="0" y="0"/>
                </a:moveTo>
                <a:lnTo>
                  <a:pt x="5585422" y="0"/>
                </a:lnTo>
                <a:lnTo>
                  <a:pt x="5585422" y="1079106"/>
                </a:lnTo>
                <a:lnTo>
                  <a:pt x="3710012" y="2931810"/>
                </a:lnTo>
                <a:cubicBezTo>
                  <a:pt x="3482580" y="3156491"/>
                  <a:pt x="3116069" y="3154260"/>
                  <a:pt x="2891388" y="2926824"/>
                </a:cubicBezTo>
                <a:close/>
              </a:path>
            </a:pathLst>
          </a:custGeom>
          <a:noFill/>
          <a:ln>
            <a:solidFill>
              <a:srgbClr val="6696B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7" name="文本框 24"/>
          <p:cNvSpPr txBox="1"/>
          <p:nvPr/>
        </p:nvSpPr>
        <p:spPr>
          <a:xfrm>
            <a:off x="4274417" y="354567"/>
            <a:ext cx="3643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工作内容回顾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6"/>
          <p:cNvSpPr txBox="1">
            <a:spLocks noChangeArrowheads="1"/>
          </p:cNvSpPr>
          <p:nvPr/>
        </p:nvSpPr>
        <p:spPr bwMode="auto">
          <a:xfrm>
            <a:off x="530225" y="2764858"/>
            <a:ext cx="2352376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范围治理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" name="文本框 37"/>
          <p:cNvSpPr txBox="1">
            <a:spLocks noChangeArrowheads="1"/>
          </p:cNvSpPr>
          <p:nvPr/>
        </p:nvSpPr>
        <p:spPr bwMode="auto">
          <a:xfrm>
            <a:off x="530225" y="3113474"/>
            <a:ext cx="2733188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先定准入边界，只收高频、稳定、可复用知识。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787002" y="2419525"/>
            <a:ext cx="4079355" cy="1951163"/>
            <a:chOff x="3787002" y="2698493"/>
            <a:chExt cx="4079355" cy="1951163"/>
          </a:xfrm>
          <a:solidFill>
            <a:srgbClr val="6696B6"/>
          </a:solidFill>
        </p:grpSpPr>
        <p:sp>
          <p:nvSpPr>
            <p:cNvPr id="6" name="Freeform 9"/>
            <p:cNvSpPr/>
            <p:nvPr/>
          </p:nvSpPr>
          <p:spPr bwMode="auto">
            <a:xfrm rot="2700000">
              <a:off x="3787002" y="2712712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400" b="1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7" name="Freeform 9"/>
            <p:cNvSpPr/>
            <p:nvPr/>
          </p:nvSpPr>
          <p:spPr bwMode="auto">
            <a:xfrm rot="2700000">
              <a:off x="5929413" y="2698493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400" b="1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726279" y="3461974"/>
            <a:ext cx="6211661" cy="1963642"/>
            <a:chOff x="2726279" y="3740942"/>
            <a:chExt cx="6211661" cy="1963642"/>
          </a:xfrm>
          <a:solidFill>
            <a:srgbClr val="6696B6">
              <a:alpha val="70000"/>
            </a:srgbClr>
          </a:solidFill>
        </p:grpSpPr>
        <p:sp>
          <p:nvSpPr>
            <p:cNvPr id="9" name="Freeform 9"/>
            <p:cNvSpPr/>
            <p:nvPr/>
          </p:nvSpPr>
          <p:spPr bwMode="auto">
            <a:xfrm rot="13500000">
              <a:off x="2726279" y="3767640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100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 rot="13500000">
              <a:off x="4874342" y="3740943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100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 rot="8100000" flipH="1">
              <a:off x="7000996" y="3740942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100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968098" y="2223009"/>
            <a:ext cx="5727921" cy="3227835"/>
            <a:chOff x="2968098" y="2501977"/>
            <a:chExt cx="5727921" cy="3227835"/>
          </a:xfrm>
        </p:grpSpPr>
        <p:sp>
          <p:nvSpPr>
            <p:cNvPr id="13" name="Oval 14"/>
            <p:cNvSpPr/>
            <p:nvPr/>
          </p:nvSpPr>
          <p:spPr>
            <a:xfrm rot="2700000">
              <a:off x="4531902" y="2516352"/>
              <a:ext cx="446395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4" name="Oval 11"/>
            <p:cNvSpPr/>
            <p:nvPr/>
          </p:nvSpPr>
          <p:spPr>
            <a:xfrm rot="2700000">
              <a:off x="2968199" y="3906073"/>
              <a:ext cx="445881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5" name="Oval 17"/>
            <p:cNvSpPr/>
            <p:nvPr/>
          </p:nvSpPr>
          <p:spPr>
            <a:xfrm rot="2700000">
              <a:off x="5544409" y="5283829"/>
              <a:ext cx="445882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6" name="Oval 14"/>
            <p:cNvSpPr/>
            <p:nvPr/>
          </p:nvSpPr>
          <p:spPr>
            <a:xfrm rot="2700000">
              <a:off x="6674313" y="2502133"/>
              <a:ext cx="446395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7" name="Oval 11"/>
            <p:cNvSpPr/>
            <p:nvPr/>
          </p:nvSpPr>
          <p:spPr>
            <a:xfrm rot="18900000" flipH="1">
              <a:off x="8250138" y="3879375"/>
              <a:ext cx="445881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sp>
        <p:nvSpPr>
          <p:cNvPr id="25" name="文本框 36"/>
          <p:cNvSpPr txBox="1">
            <a:spLocks noChangeArrowheads="1"/>
          </p:cNvSpPr>
          <p:nvPr/>
        </p:nvSpPr>
        <p:spPr bwMode="auto">
          <a:xfrm>
            <a:off x="1699800" y="1429134"/>
            <a:ext cx="2352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内容治理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6" name="文本框 37"/>
          <p:cNvSpPr txBox="1">
            <a:spLocks noChangeArrowheads="1"/>
          </p:cNvSpPr>
          <p:nvPr/>
        </p:nvSpPr>
        <p:spPr bwMode="auto">
          <a:xfrm>
            <a:off x="1699800" y="1777750"/>
            <a:ext cx="2733188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优先消除重复、冲突、过期和缺上下文内容。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8" name="文本框 36"/>
          <p:cNvSpPr txBox="1">
            <a:spLocks noChangeArrowheads="1"/>
          </p:cNvSpPr>
          <p:nvPr/>
        </p:nvSpPr>
        <p:spPr bwMode="auto">
          <a:xfrm>
            <a:off x="7503016" y="1704239"/>
            <a:ext cx="2352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分类治理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9" name="文本框 37"/>
          <p:cNvSpPr txBox="1">
            <a:spLocks noChangeArrowheads="1"/>
          </p:cNvSpPr>
          <p:nvPr/>
        </p:nvSpPr>
        <p:spPr bwMode="auto">
          <a:xfrm>
            <a:off x="7503016" y="2052855"/>
            <a:ext cx="2903606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统一分类、标签、来源、时效，支撑检索和路由。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1" name="文本框 36"/>
          <p:cNvSpPr txBox="1">
            <a:spLocks noChangeArrowheads="1"/>
          </p:cNvSpPr>
          <p:nvPr/>
        </p:nvSpPr>
        <p:spPr bwMode="auto">
          <a:xfrm>
            <a:off x="6122336" y="5364279"/>
            <a:ext cx="2352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版本治理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2" name="文本框 37"/>
          <p:cNvSpPr txBox="1">
            <a:spLocks noChangeArrowheads="1"/>
          </p:cNvSpPr>
          <p:nvPr/>
        </p:nvSpPr>
        <p:spPr bwMode="auto">
          <a:xfrm>
            <a:off x="6122336" y="5712895"/>
            <a:ext cx="3238168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建立发布、生效、失效、回滚机制，切断旧知识污染。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4" name="文本框 36"/>
          <p:cNvSpPr txBox="1">
            <a:spLocks noChangeArrowheads="1"/>
          </p:cNvSpPr>
          <p:nvPr/>
        </p:nvSpPr>
        <p:spPr bwMode="auto">
          <a:xfrm>
            <a:off x="8818742" y="3121664"/>
            <a:ext cx="2352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运营治理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5" name="文本框 37"/>
          <p:cNvSpPr txBox="1">
            <a:spLocks noChangeArrowheads="1"/>
          </p:cNvSpPr>
          <p:nvPr/>
        </p:nvSpPr>
        <p:spPr bwMode="auto">
          <a:xfrm>
            <a:off x="8818742" y="3470280"/>
            <a:ext cx="2903606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明确 owner、反馈回流和指标看板。核心是建立从准入到淘汰的全生命周期机制。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7" name="Freeform 19"/>
          <p:cNvSpPr>
            <a:spLocks noEditPoints="1"/>
          </p:cNvSpPr>
          <p:nvPr/>
        </p:nvSpPr>
        <p:spPr bwMode="auto">
          <a:xfrm>
            <a:off x="4543308" y="3161829"/>
            <a:ext cx="415609" cy="400729"/>
          </a:xfrm>
          <a:custGeom>
            <a:avLst/>
            <a:gdLst>
              <a:gd name="T0" fmla="*/ 94 w 132"/>
              <a:gd name="T1" fmla="*/ 0 h 128"/>
              <a:gd name="T2" fmla="*/ 56 w 132"/>
              <a:gd name="T3" fmla="*/ 27 h 128"/>
              <a:gd name="T4" fmla="*/ 55 w 132"/>
              <a:gd name="T5" fmla="*/ 27 h 128"/>
              <a:gd name="T6" fmla="*/ 14 w 132"/>
              <a:gd name="T7" fmla="*/ 69 h 128"/>
              <a:gd name="T8" fmla="*/ 1 w 132"/>
              <a:gd name="T9" fmla="*/ 110 h 128"/>
              <a:gd name="T10" fmla="*/ 14 w 132"/>
              <a:gd name="T11" fmla="*/ 128 h 128"/>
              <a:gd name="T12" fmla="*/ 53 w 132"/>
              <a:gd name="T13" fmla="*/ 118 h 128"/>
              <a:gd name="T14" fmla="*/ 120 w 132"/>
              <a:gd name="T15" fmla="*/ 53 h 128"/>
              <a:gd name="T16" fmla="*/ 64 w 132"/>
              <a:gd name="T17" fmla="*/ 95 h 128"/>
              <a:gd name="T18" fmla="*/ 99 w 132"/>
              <a:gd name="T19" fmla="*/ 47 h 128"/>
              <a:gd name="T20" fmla="*/ 95 w 132"/>
              <a:gd name="T21" fmla="*/ 67 h 128"/>
              <a:gd name="T22" fmla="*/ 64 w 132"/>
              <a:gd name="T23" fmla="*/ 98 h 128"/>
              <a:gd name="T24" fmla="*/ 59 w 132"/>
              <a:gd name="T25" fmla="*/ 81 h 128"/>
              <a:gd name="T26" fmla="*/ 46 w 132"/>
              <a:gd name="T27" fmla="*/ 68 h 128"/>
              <a:gd name="T28" fmla="*/ 92 w 132"/>
              <a:gd name="T29" fmla="*/ 36 h 128"/>
              <a:gd name="T30" fmla="*/ 59 w 132"/>
              <a:gd name="T31" fmla="*/ 81 h 128"/>
              <a:gd name="T32" fmla="*/ 30 w 132"/>
              <a:gd name="T33" fmla="*/ 64 h 128"/>
              <a:gd name="T34" fmla="*/ 80 w 132"/>
              <a:gd name="T35" fmla="*/ 29 h 128"/>
              <a:gd name="T36" fmla="*/ 17 w 132"/>
              <a:gd name="T37" fmla="*/ 119 h 128"/>
              <a:gd name="T38" fmla="*/ 8 w 132"/>
              <a:gd name="T39" fmla="*/ 114 h 128"/>
              <a:gd name="T40" fmla="*/ 13 w 132"/>
              <a:gd name="T41" fmla="*/ 96 h 128"/>
              <a:gd name="T42" fmla="*/ 32 w 132"/>
              <a:gd name="T43" fmla="*/ 116 h 128"/>
              <a:gd name="T44" fmla="*/ 35 w 132"/>
              <a:gd name="T45" fmla="*/ 115 h 128"/>
              <a:gd name="T46" fmla="*/ 14 w 132"/>
              <a:gd name="T47" fmla="*/ 92 h 128"/>
              <a:gd name="T48" fmla="*/ 19 w 132"/>
              <a:gd name="T49" fmla="*/ 75 h 128"/>
              <a:gd name="T50" fmla="*/ 52 w 132"/>
              <a:gd name="T51" fmla="*/ 110 h 128"/>
              <a:gd name="T52" fmla="*/ 35 w 132"/>
              <a:gd name="T53" fmla="*/ 115 h 128"/>
              <a:gd name="T54" fmla="*/ 108 w 132"/>
              <a:gd name="T55" fmla="*/ 54 h 128"/>
              <a:gd name="T56" fmla="*/ 98 w 132"/>
              <a:gd name="T57" fmla="*/ 30 h 128"/>
              <a:gd name="T58" fmla="*/ 81 w 132"/>
              <a:gd name="T59" fmla="*/ 13 h 128"/>
              <a:gd name="T60" fmla="*/ 112 w 132"/>
              <a:gd name="T61" fmla="*/ 16 h 128"/>
              <a:gd name="T62" fmla="*/ 115 w 132"/>
              <a:gd name="T63" fmla="*/ 4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8" name="Freeform 23"/>
          <p:cNvSpPr>
            <a:spLocks noEditPoints="1"/>
          </p:cNvSpPr>
          <p:nvPr/>
        </p:nvSpPr>
        <p:spPr bwMode="auto">
          <a:xfrm>
            <a:off x="3488742" y="4341921"/>
            <a:ext cx="400729" cy="303754"/>
          </a:xfrm>
          <a:custGeom>
            <a:avLst/>
            <a:gdLst>
              <a:gd name="T0" fmla="*/ 105 w 128"/>
              <a:gd name="T1" fmla="*/ 2 h 96"/>
              <a:gd name="T2" fmla="*/ 28 w 128"/>
              <a:gd name="T3" fmla="*/ 0 h 96"/>
              <a:gd name="T4" fmla="*/ 2 w 128"/>
              <a:gd name="T5" fmla="*/ 23 h 96"/>
              <a:gd name="T6" fmla="*/ 2 w 128"/>
              <a:gd name="T7" fmla="*/ 34 h 96"/>
              <a:gd name="T8" fmla="*/ 64 w 128"/>
              <a:gd name="T9" fmla="*/ 96 h 96"/>
              <a:gd name="T10" fmla="*/ 126 w 128"/>
              <a:gd name="T11" fmla="*/ 34 h 96"/>
              <a:gd name="T12" fmla="*/ 126 w 128"/>
              <a:gd name="T13" fmla="*/ 23 h 96"/>
              <a:gd name="T14" fmla="*/ 55 w 128"/>
              <a:gd name="T15" fmla="*/ 28 h 96"/>
              <a:gd name="T16" fmla="*/ 73 w 128"/>
              <a:gd name="T17" fmla="*/ 28 h 96"/>
              <a:gd name="T18" fmla="*/ 78 w 128"/>
              <a:gd name="T19" fmla="*/ 9 h 96"/>
              <a:gd name="T20" fmla="*/ 76 w 128"/>
              <a:gd name="T21" fmla="*/ 25 h 96"/>
              <a:gd name="T22" fmla="*/ 52 w 128"/>
              <a:gd name="T23" fmla="*/ 25 h 96"/>
              <a:gd name="T24" fmla="*/ 50 w 128"/>
              <a:gd name="T25" fmla="*/ 9 h 96"/>
              <a:gd name="T26" fmla="*/ 52 w 128"/>
              <a:gd name="T27" fmla="*/ 25 h 96"/>
              <a:gd name="T28" fmla="*/ 64 w 128"/>
              <a:gd name="T29" fmla="*/ 82 h 96"/>
              <a:gd name="T30" fmla="*/ 74 w 128"/>
              <a:gd name="T31" fmla="*/ 32 h 96"/>
              <a:gd name="T32" fmla="*/ 98 w 128"/>
              <a:gd name="T33" fmla="*/ 32 h 96"/>
              <a:gd name="T34" fmla="*/ 78 w 128"/>
              <a:gd name="T35" fmla="*/ 32 h 96"/>
              <a:gd name="T36" fmla="*/ 89 w 128"/>
              <a:gd name="T37" fmla="*/ 20 h 96"/>
              <a:gd name="T38" fmla="*/ 79 w 128"/>
              <a:gd name="T39" fmla="*/ 28 h 96"/>
              <a:gd name="T40" fmla="*/ 97 w 128"/>
              <a:gd name="T41" fmla="*/ 8 h 96"/>
              <a:gd name="T42" fmla="*/ 83 w 128"/>
              <a:gd name="T43" fmla="*/ 8 h 96"/>
              <a:gd name="T44" fmla="*/ 55 w 128"/>
              <a:gd name="T45" fmla="*/ 8 h 96"/>
              <a:gd name="T46" fmla="*/ 64 w 128"/>
              <a:gd name="T47" fmla="*/ 15 h 96"/>
              <a:gd name="T48" fmla="*/ 31 w 128"/>
              <a:gd name="T49" fmla="*/ 8 h 96"/>
              <a:gd name="T50" fmla="*/ 39 w 128"/>
              <a:gd name="T51" fmla="*/ 14 h 96"/>
              <a:gd name="T52" fmla="*/ 49 w 128"/>
              <a:gd name="T53" fmla="*/ 28 h 96"/>
              <a:gd name="T54" fmla="*/ 39 w 128"/>
              <a:gd name="T55" fmla="*/ 20 h 96"/>
              <a:gd name="T56" fmla="*/ 60 w 128"/>
              <a:gd name="T57" fmla="*/ 81 h 96"/>
              <a:gd name="T58" fmla="*/ 50 w 128"/>
              <a:gd name="T59" fmla="*/ 32 h 96"/>
              <a:gd name="T60" fmla="*/ 11 w 128"/>
              <a:gd name="T61" fmla="*/ 32 h 96"/>
              <a:gd name="T62" fmla="*/ 51 w 128"/>
              <a:gd name="T63" fmla="*/ 74 h 96"/>
              <a:gd name="T64" fmla="*/ 117 w 128"/>
              <a:gd name="T65" fmla="*/ 32 h 96"/>
              <a:gd name="T66" fmla="*/ 102 w 128"/>
              <a:gd name="T67" fmla="*/ 32 h 96"/>
              <a:gd name="T68" fmla="*/ 92 w 128"/>
              <a:gd name="T69" fmla="*/ 17 h 96"/>
              <a:gd name="T70" fmla="*/ 120 w 128"/>
              <a:gd name="T71" fmla="*/ 28 h 96"/>
              <a:gd name="T72" fmla="*/ 27 w 128"/>
              <a:gd name="T73" fmla="*/ 10 h 96"/>
              <a:gd name="T74" fmla="*/ 25 w 128"/>
              <a:gd name="T75" fmla="*/ 28 h 96"/>
              <a:gd name="T76" fmla="*/ 27 w 128"/>
              <a:gd name="T77" fmla="*/ 1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96">
                <a:moveTo>
                  <a:pt x="126" y="23"/>
                </a:moveTo>
                <a:cubicBezTo>
                  <a:pt x="105" y="2"/>
                  <a:pt x="105" y="2"/>
                  <a:pt x="105" y="2"/>
                </a:cubicBezTo>
                <a:cubicBezTo>
                  <a:pt x="104" y="1"/>
                  <a:pt x="102" y="0"/>
                  <a:pt x="100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4"/>
                  <a:pt x="0" y="26"/>
                  <a:pt x="0" y="28"/>
                </a:cubicBezTo>
                <a:cubicBezTo>
                  <a:pt x="0" y="30"/>
                  <a:pt x="1" y="32"/>
                  <a:pt x="2" y="34"/>
                </a:cubicBezTo>
                <a:cubicBezTo>
                  <a:pt x="58" y="93"/>
                  <a:pt x="58" y="93"/>
                  <a:pt x="58" y="93"/>
                </a:cubicBezTo>
                <a:cubicBezTo>
                  <a:pt x="60" y="95"/>
                  <a:pt x="62" y="96"/>
                  <a:pt x="64" y="96"/>
                </a:cubicBezTo>
                <a:cubicBezTo>
                  <a:pt x="66" y="96"/>
                  <a:pt x="68" y="95"/>
                  <a:pt x="70" y="93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7" y="32"/>
                  <a:pt x="128" y="30"/>
                  <a:pt x="128" y="28"/>
                </a:cubicBezTo>
                <a:cubicBezTo>
                  <a:pt x="128" y="26"/>
                  <a:pt x="127" y="24"/>
                  <a:pt x="126" y="23"/>
                </a:cubicBezTo>
                <a:close/>
                <a:moveTo>
                  <a:pt x="73" y="28"/>
                </a:moveTo>
                <a:cubicBezTo>
                  <a:pt x="55" y="28"/>
                  <a:pt x="55" y="28"/>
                  <a:pt x="55" y="28"/>
                </a:cubicBezTo>
                <a:cubicBezTo>
                  <a:pt x="64" y="21"/>
                  <a:pt x="64" y="21"/>
                  <a:pt x="64" y="21"/>
                </a:cubicBezTo>
                <a:lnTo>
                  <a:pt x="73" y="28"/>
                </a:lnTo>
                <a:close/>
                <a:moveTo>
                  <a:pt x="67" y="18"/>
                </a:moveTo>
                <a:cubicBezTo>
                  <a:pt x="78" y="9"/>
                  <a:pt x="78" y="9"/>
                  <a:pt x="78" y="9"/>
                </a:cubicBezTo>
                <a:cubicBezTo>
                  <a:pt x="86" y="17"/>
                  <a:pt x="86" y="17"/>
                  <a:pt x="86" y="17"/>
                </a:cubicBezTo>
                <a:cubicBezTo>
                  <a:pt x="76" y="25"/>
                  <a:pt x="76" y="25"/>
                  <a:pt x="76" y="25"/>
                </a:cubicBezTo>
                <a:lnTo>
                  <a:pt x="67" y="18"/>
                </a:lnTo>
                <a:close/>
                <a:moveTo>
                  <a:pt x="52" y="25"/>
                </a:moveTo>
                <a:cubicBezTo>
                  <a:pt x="42" y="17"/>
                  <a:pt x="42" y="17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61" y="18"/>
                  <a:pt x="61" y="18"/>
                  <a:pt x="61" y="18"/>
                </a:cubicBezTo>
                <a:lnTo>
                  <a:pt x="52" y="25"/>
                </a:lnTo>
                <a:close/>
                <a:moveTo>
                  <a:pt x="74" y="32"/>
                </a:moveTo>
                <a:cubicBezTo>
                  <a:pt x="64" y="82"/>
                  <a:pt x="64" y="82"/>
                  <a:pt x="64" y="82"/>
                </a:cubicBezTo>
                <a:cubicBezTo>
                  <a:pt x="54" y="32"/>
                  <a:pt x="54" y="32"/>
                  <a:pt x="54" y="32"/>
                </a:cubicBezTo>
                <a:lnTo>
                  <a:pt x="74" y="32"/>
                </a:lnTo>
                <a:close/>
                <a:moveTo>
                  <a:pt x="78" y="32"/>
                </a:moveTo>
                <a:cubicBezTo>
                  <a:pt x="98" y="32"/>
                  <a:pt x="98" y="32"/>
                  <a:pt x="98" y="32"/>
                </a:cubicBezTo>
                <a:cubicBezTo>
                  <a:pt x="68" y="81"/>
                  <a:pt x="68" y="81"/>
                  <a:pt x="68" y="81"/>
                </a:cubicBezTo>
                <a:lnTo>
                  <a:pt x="78" y="32"/>
                </a:lnTo>
                <a:close/>
                <a:moveTo>
                  <a:pt x="79" y="28"/>
                </a:moveTo>
                <a:cubicBezTo>
                  <a:pt x="89" y="20"/>
                  <a:pt x="89" y="20"/>
                  <a:pt x="89" y="20"/>
                </a:cubicBezTo>
                <a:cubicBezTo>
                  <a:pt x="97" y="28"/>
                  <a:pt x="97" y="28"/>
                  <a:pt x="97" y="28"/>
                </a:cubicBezTo>
                <a:lnTo>
                  <a:pt x="79" y="28"/>
                </a:lnTo>
                <a:close/>
                <a:moveTo>
                  <a:pt x="83" y="8"/>
                </a:moveTo>
                <a:cubicBezTo>
                  <a:pt x="97" y="8"/>
                  <a:pt x="97" y="8"/>
                  <a:pt x="97" y="8"/>
                </a:cubicBezTo>
                <a:cubicBezTo>
                  <a:pt x="89" y="14"/>
                  <a:pt x="89" y="14"/>
                  <a:pt x="89" y="14"/>
                </a:cubicBezTo>
                <a:lnTo>
                  <a:pt x="83" y="8"/>
                </a:lnTo>
                <a:close/>
                <a:moveTo>
                  <a:pt x="64" y="15"/>
                </a:moveTo>
                <a:cubicBezTo>
                  <a:pt x="55" y="8"/>
                  <a:pt x="55" y="8"/>
                  <a:pt x="55" y="8"/>
                </a:cubicBezTo>
                <a:cubicBezTo>
                  <a:pt x="73" y="8"/>
                  <a:pt x="73" y="8"/>
                  <a:pt x="73" y="8"/>
                </a:cubicBezTo>
                <a:lnTo>
                  <a:pt x="64" y="15"/>
                </a:lnTo>
                <a:close/>
                <a:moveTo>
                  <a:pt x="39" y="14"/>
                </a:moveTo>
                <a:cubicBezTo>
                  <a:pt x="31" y="8"/>
                  <a:pt x="31" y="8"/>
                  <a:pt x="31" y="8"/>
                </a:cubicBezTo>
                <a:cubicBezTo>
                  <a:pt x="45" y="8"/>
                  <a:pt x="45" y="8"/>
                  <a:pt x="45" y="8"/>
                </a:cubicBezTo>
                <a:lnTo>
                  <a:pt x="39" y="14"/>
                </a:lnTo>
                <a:close/>
                <a:moveTo>
                  <a:pt x="39" y="20"/>
                </a:moveTo>
                <a:cubicBezTo>
                  <a:pt x="49" y="28"/>
                  <a:pt x="49" y="28"/>
                  <a:pt x="49" y="28"/>
                </a:cubicBezTo>
                <a:cubicBezTo>
                  <a:pt x="31" y="28"/>
                  <a:pt x="31" y="28"/>
                  <a:pt x="31" y="28"/>
                </a:cubicBezTo>
                <a:lnTo>
                  <a:pt x="39" y="20"/>
                </a:lnTo>
                <a:close/>
                <a:moveTo>
                  <a:pt x="50" y="32"/>
                </a:moveTo>
                <a:cubicBezTo>
                  <a:pt x="60" y="81"/>
                  <a:pt x="60" y="81"/>
                  <a:pt x="60" y="81"/>
                </a:cubicBezTo>
                <a:cubicBezTo>
                  <a:pt x="30" y="32"/>
                  <a:pt x="30" y="32"/>
                  <a:pt x="30" y="32"/>
                </a:cubicBezTo>
                <a:lnTo>
                  <a:pt x="50" y="32"/>
                </a:lnTo>
                <a:close/>
                <a:moveTo>
                  <a:pt x="51" y="74"/>
                </a:moveTo>
                <a:cubicBezTo>
                  <a:pt x="11" y="32"/>
                  <a:pt x="11" y="32"/>
                  <a:pt x="11" y="32"/>
                </a:cubicBezTo>
                <a:cubicBezTo>
                  <a:pt x="26" y="32"/>
                  <a:pt x="26" y="32"/>
                  <a:pt x="26" y="32"/>
                </a:cubicBezTo>
                <a:lnTo>
                  <a:pt x="51" y="74"/>
                </a:lnTo>
                <a:close/>
                <a:moveTo>
                  <a:pt x="102" y="32"/>
                </a:moveTo>
                <a:cubicBezTo>
                  <a:pt x="117" y="32"/>
                  <a:pt x="117" y="32"/>
                  <a:pt x="117" y="32"/>
                </a:cubicBezTo>
                <a:cubicBezTo>
                  <a:pt x="77" y="74"/>
                  <a:pt x="77" y="74"/>
                  <a:pt x="77" y="74"/>
                </a:cubicBezTo>
                <a:lnTo>
                  <a:pt x="102" y="32"/>
                </a:lnTo>
                <a:close/>
                <a:moveTo>
                  <a:pt x="103" y="28"/>
                </a:moveTo>
                <a:cubicBezTo>
                  <a:pt x="92" y="17"/>
                  <a:pt x="92" y="17"/>
                  <a:pt x="92" y="17"/>
                </a:cubicBezTo>
                <a:cubicBezTo>
                  <a:pt x="101" y="10"/>
                  <a:pt x="101" y="10"/>
                  <a:pt x="101" y="10"/>
                </a:cubicBezTo>
                <a:cubicBezTo>
                  <a:pt x="120" y="28"/>
                  <a:pt x="120" y="28"/>
                  <a:pt x="120" y="28"/>
                </a:cubicBezTo>
                <a:lnTo>
                  <a:pt x="103" y="28"/>
                </a:lnTo>
                <a:close/>
                <a:moveTo>
                  <a:pt x="27" y="10"/>
                </a:moveTo>
                <a:cubicBezTo>
                  <a:pt x="36" y="17"/>
                  <a:pt x="36" y="17"/>
                  <a:pt x="36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8" y="28"/>
                  <a:pt x="8" y="28"/>
                  <a:pt x="8" y="28"/>
                </a:cubicBezTo>
                <a:lnTo>
                  <a:pt x="27" y="10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9" name="Freeform 19"/>
          <p:cNvSpPr>
            <a:spLocks noEditPoints="1"/>
          </p:cNvSpPr>
          <p:nvPr/>
        </p:nvSpPr>
        <p:spPr bwMode="auto">
          <a:xfrm>
            <a:off x="6685719" y="3147610"/>
            <a:ext cx="415609" cy="400729"/>
          </a:xfrm>
          <a:custGeom>
            <a:avLst/>
            <a:gdLst>
              <a:gd name="T0" fmla="*/ 94 w 132"/>
              <a:gd name="T1" fmla="*/ 0 h 128"/>
              <a:gd name="T2" fmla="*/ 56 w 132"/>
              <a:gd name="T3" fmla="*/ 27 h 128"/>
              <a:gd name="T4" fmla="*/ 55 w 132"/>
              <a:gd name="T5" fmla="*/ 27 h 128"/>
              <a:gd name="T6" fmla="*/ 14 w 132"/>
              <a:gd name="T7" fmla="*/ 69 h 128"/>
              <a:gd name="T8" fmla="*/ 1 w 132"/>
              <a:gd name="T9" fmla="*/ 110 h 128"/>
              <a:gd name="T10" fmla="*/ 14 w 132"/>
              <a:gd name="T11" fmla="*/ 128 h 128"/>
              <a:gd name="T12" fmla="*/ 53 w 132"/>
              <a:gd name="T13" fmla="*/ 118 h 128"/>
              <a:gd name="T14" fmla="*/ 120 w 132"/>
              <a:gd name="T15" fmla="*/ 53 h 128"/>
              <a:gd name="T16" fmla="*/ 64 w 132"/>
              <a:gd name="T17" fmla="*/ 95 h 128"/>
              <a:gd name="T18" fmla="*/ 99 w 132"/>
              <a:gd name="T19" fmla="*/ 47 h 128"/>
              <a:gd name="T20" fmla="*/ 95 w 132"/>
              <a:gd name="T21" fmla="*/ 67 h 128"/>
              <a:gd name="T22" fmla="*/ 64 w 132"/>
              <a:gd name="T23" fmla="*/ 98 h 128"/>
              <a:gd name="T24" fmla="*/ 59 w 132"/>
              <a:gd name="T25" fmla="*/ 81 h 128"/>
              <a:gd name="T26" fmla="*/ 46 w 132"/>
              <a:gd name="T27" fmla="*/ 68 h 128"/>
              <a:gd name="T28" fmla="*/ 92 w 132"/>
              <a:gd name="T29" fmla="*/ 36 h 128"/>
              <a:gd name="T30" fmla="*/ 59 w 132"/>
              <a:gd name="T31" fmla="*/ 81 h 128"/>
              <a:gd name="T32" fmla="*/ 30 w 132"/>
              <a:gd name="T33" fmla="*/ 64 h 128"/>
              <a:gd name="T34" fmla="*/ 80 w 132"/>
              <a:gd name="T35" fmla="*/ 29 h 128"/>
              <a:gd name="T36" fmla="*/ 17 w 132"/>
              <a:gd name="T37" fmla="*/ 119 h 128"/>
              <a:gd name="T38" fmla="*/ 8 w 132"/>
              <a:gd name="T39" fmla="*/ 114 h 128"/>
              <a:gd name="T40" fmla="*/ 13 w 132"/>
              <a:gd name="T41" fmla="*/ 96 h 128"/>
              <a:gd name="T42" fmla="*/ 32 w 132"/>
              <a:gd name="T43" fmla="*/ 116 h 128"/>
              <a:gd name="T44" fmla="*/ 35 w 132"/>
              <a:gd name="T45" fmla="*/ 115 h 128"/>
              <a:gd name="T46" fmla="*/ 14 w 132"/>
              <a:gd name="T47" fmla="*/ 92 h 128"/>
              <a:gd name="T48" fmla="*/ 19 w 132"/>
              <a:gd name="T49" fmla="*/ 75 h 128"/>
              <a:gd name="T50" fmla="*/ 52 w 132"/>
              <a:gd name="T51" fmla="*/ 110 h 128"/>
              <a:gd name="T52" fmla="*/ 35 w 132"/>
              <a:gd name="T53" fmla="*/ 115 h 128"/>
              <a:gd name="T54" fmla="*/ 108 w 132"/>
              <a:gd name="T55" fmla="*/ 54 h 128"/>
              <a:gd name="T56" fmla="*/ 98 w 132"/>
              <a:gd name="T57" fmla="*/ 30 h 128"/>
              <a:gd name="T58" fmla="*/ 81 w 132"/>
              <a:gd name="T59" fmla="*/ 13 h 128"/>
              <a:gd name="T60" fmla="*/ 112 w 132"/>
              <a:gd name="T61" fmla="*/ 16 h 128"/>
              <a:gd name="T62" fmla="*/ 115 w 132"/>
              <a:gd name="T63" fmla="*/ 4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0" name="Freeform 23"/>
          <p:cNvSpPr>
            <a:spLocks noEditPoints="1"/>
          </p:cNvSpPr>
          <p:nvPr/>
        </p:nvSpPr>
        <p:spPr bwMode="auto">
          <a:xfrm flipH="1">
            <a:off x="7774747" y="4341921"/>
            <a:ext cx="400729" cy="303754"/>
          </a:xfrm>
          <a:custGeom>
            <a:avLst/>
            <a:gdLst>
              <a:gd name="T0" fmla="*/ 105 w 128"/>
              <a:gd name="T1" fmla="*/ 2 h 96"/>
              <a:gd name="T2" fmla="*/ 28 w 128"/>
              <a:gd name="T3" fmla="*/ 0 h 96"/>
              <a:gd name="T4" fmla="*/ 2 w 128"/>
              <a:gd name="T5" fmla="*/ 23 h 96"/>
              <a:gd name="T6" fmla="*/ 2 w 128"/>
              <a:gd name="T7" fmla="*/ 34 h 96"/>
              <a:gd name="T8" fmla="*/ 64 w 128"/>
              <a:gd name="T9" fmla="*/ 96 h 96"/>
              <a:gd name="T10" fmla="*/ 126 w 128"/>
              <a:gd name="T11" fmla="*/ 34 h 96"/>
              <a:gd name="T12" fmla="*/ 126 w 128"/>
              <a:gd name="T13" fmla="*/ 23 h 96"/>
              <a:gd name="T14" fmla="*/ 55 w 128"/>
              <a:gd name="T15" fmla="*/ 28 h 96"/>
              <a:gd name="T16" fmla="*/ 73 w 128"/>
              <a:gd name="T17" fmla="*/ 28 h 96"/>
              <a:gd name="T18" fmla="*/ 78 w 128"/>
              <a:gd name="T19" fmla="*/ 9 h 96"/>
              <a:gd name="T20" fmla="*/ 76 w 128"/>
              <a:gd name="T21" fmla="*/ 25 h 96"/>
              <a:gd name="T22" fmla="*/ 52 w 128"/>
              <a:gd name="T23" fmla="*/ 25 h 96"/>
              <a:gd name="T24" fmla="*/ 50 w 128"/>
              <a:gd name="T25" fmla="*/ 9 h 96"/>
              <a:gd name="T26" fmla="*/ 52 w 128"/>
              <a:gd name="T27" fmla="*/ 25 h 96"/>
              <a:gd name="T28" fmla="*/ 64 w 128"/>
              <a:gd name="T29" fmla="*/ 82 h 96"/>
              <a:gd name="T30" fmla="*/ 74 w 128"/>
              <a:gd name="T31" fmla="*/ 32 h 96"/>
              <a:gd name="T32" fmla="*/ 98 w 128"/>
              <a:gd name="T33" fmla="*/ 32 h 96"/>
              <a:gd name="T34" fmla="*/ 78 w 128"/>
              <a:gd name="T35" fmla="*/ 32 h 96"/>
              <a:gd name="T36" fmla="*/ 89 w 128"/>
              <a:gd name="T37" fmla="*/ 20 h 96"/>
              <a:gd name="T38" fmla="*/ 79 w 128"/>
              <a:gd name="T39" fmla="*/ 28 h 96"/>
              <a:gd name="T40" fmla="*/ 97 w 128"/>
              <a:gd name="T41" fmla="*/ 8 h 96"/>
              <a:gd name="T42" fmla="*/ 83 w 128"/>
              <a:gd name="T43" fmla="*/ 8 h 96"/>
              <a:gd name="T44" fmla="*/ 55 w 128"/>
              <a:gd name="T45" fmla="*/ 8 h 96"/>
              <a:gd name="T46" fmla="*/ 64 w 128"/>
              <a:gd name="T47" fmla="*/ 15 h 96"/>
              <a:gd name="T48" fmla="*/ 31 w 128"/>
              <a:gd name="T49" fmla="*/ 8 h 96"/>
              <a:gd name="T50" fmla="*/ 39 w 128"/>
              <a:gd name="T51" fmla="*/ 14 h 96"/>
              <a:gd name="T52" fmla="*/ 49 w 128"/>
              <a:gd name="T53" fmla="*/ 28 h 96"/>
              <a:gd name="T54" fmla="*/ 39 w 128"/>
              <a:gd name="T55" fmla="*/ 20 h 96"/>
              <a:gd name="T56" fmla="*/ 60 w 128"/>
              <a:gd name="T57" fmla="*/ 81 h 96"/>
              <a:gd name="T58" fmla="*/ 50 w 128"/>
              <a:gd name="T59" fmla="*/ 32 h 96"/>
              <a:gd name="T60" fmla="*/ 11 w 128"/>
              <a:gd name="T61" fmla="*/ 32 h 96"/>
              <a:gd name="T62" fmla="*/ 51 w 128"/>
              <a:gd name="T63" fmla="*/ 74 h 96"/>
              <a:gd name="T64" fmla="*/ 117 w 128"/>
              <a:gd name="T65" fmla="*/ 32 h 96"/>
              <a:gd name="T66" fmla="*/ 102 w 128"/>
              <a:gd name="T67" fmla="*/ 32 h 96"/>
              <a:gd name="T68" fmla="*/ 92 w 128"/>
              <a:gd name="T69" fmla="*/ 17 h 96"/>
              <a:gd name="T70" fmla="*/ 120 w 128"/>
              <a:gd name="T71" fmla="*/ 28 h 96"/>
              <a:gd name="T72" fmla="*/ 27 w 128"/>
              <a:gd name="T73" fmla="*/ 10 h 96"/>
              <a:gd name="T74" fmla="*/ 25 w 128"/>
              <a:gd name="T75" fmla="*/ 28 h 96"/>
              <a:gd name="T76" fmla="*/ 27 w 128"/>
              <a:gd name="T77" fmla="*/ 1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96">
                <a:moveTo>
                  <a:pt x="126" y="23"/>
                </a:moveTo>
                <a:cubicBezTo>
                  <a:pt x="105" y="2"/>
                  <a:pt x="105" y="2"/>
                  <a:pt x="105" y="2"/>
                </a:cubicBezTo>
                <a:cubicBezTo>
                  <a:pt x="104" y="1"/>
                  <a:pt x="102" y="0"/>
                  <a:pt x="100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4"/>
                  <a:pt x="0" y="26"/>
                  <a:pt x="0" y="28"/>
                </a:cubicBezTo>
                <a:cubicBezTo>
                  <a:pt x="0" y="30"/>
                  <a:pt x="1" y="32"/>
                  <a:pt x="2" y="34"/>
                </a:cubicBezTo>
                <a:cubicBezTo>
                  <a:pt x="58" y="93"/>
                  <a:pt x="58" y="93"/>
                  <a:pt x="58" y="93"/>
                </a:cubicBezTo>
                <a:cubicBezTo>
                  <a:pt x="60" y="95"/>
                  <a:pt x="62" y="96"/>
                  <a:pt x="64" y="96"/>
                </a:cubicBezTo>
                <a:cubicBezTo>
                  <a:pt x="66" y="96"/>
                  <a:pt x="68" y="95"/>
                  <a:pt x="70" y="93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7" y="32"/>
                  <a:pt x="128" y="30"/>
                  <a:pt x="128" y="28"/>
                </a:cubicBezTo>
                <a:cubicBezTo>
                  <a:pt x="128" y="26"/>
                  <a:pt x="127" y="24"/>
                  <a:pt x="126" y="23"/>
                </a:cubicBezTo>
                <a:close/>
                <a:moveTo>
                  <a:pt x="73" y="28"/>
                </a:moveTo>
                <a:cubicBezTo>
                  <a:pt x="55" y="28"/>
                  <a:pt x="55" y="28"/>
                  <a:pt x="55" y="28"/>
                </a:cubicBezTo>
                <a:cubicBezTo>
                  <a:pt x="64" y="21"/>
                  <a:pt x="64" y="21"/>
                  <a:pt x="64" y="21"/>
                </a:cubicBezTo>
                <a:lnTo>
                  <a:pt x="73" y="28"/>
                </a:lnTo>
                <a:close/>
                <a:moveTo>
                  <a:pt x="67" y="18"/>
                </a:moveTo>
                <a:cubicBezTo>
                  <a:pt x="78" y="9"/>
                  <a:pt x="78" y="9"/>
                  <a:pt x="78" y="9"/>
                </a:cubicBezTo>
                <a:cubicBezTo>
                  <a:pt x="86" y="17"/>
                  <a:pt x="86" y="17"/>
                  <a:pt x="86" y="17"/>
                </a:cubicBezTo>
                <a:cubicBezTo>
                  <a:pt x="76" y="25"/>
                  <a:pt x="76" y="25"/>
                  <a:pt x="76" y="25"/>
                </a:cubicBezTo>
                <a:lnTo>
                  <a:pt x="67" y="18"/>
                </a:lnTo>
                <a:close/>
                <a:moveTo>
                  <a:pt x="52" y="25"/>
                </a:moveTo>
                <a:cubicBezTo>
                  <a:pt x="42" y="17"/>
                  <a:pt x="42" y="17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61" y="18"/>
                  <a:pt x="61" y="18"/>
                  <a:pt x="61" y="18"/>
                </a:cubicBezTo>
                <a:lnTo>
                  <a:pt x="52" y="25"/>
                </a:lnTo>
                <a:close/>
                <a:moveTo>
                  <a:pt x="74" y="32"/>
                </a:moveTo>
                <a:cubicBezTo>
                  <a:pt x="64" y="82"/>
                  <a:pt x="64" y="82"/>
                  <a:pt x="64" y="82"/>
                </a:cubicBezTo>
                <a:cubicBezTo>
                  <a:pt x="54" y="32"/>
                  <a:pt x="54" y="32"/>
                  <a:pt x="54" y="32"/>
                </a:cubicBezTo>
                <a:lnTo>
                  <a:pt x="74" y="32"/>
                </a:lnTo>
                <a:close/>
                <a:moveTo>
                  <a:pt x="78" y="32"/>
                </a:moveTo>
                <a:cubicBezTo>
                  <a:pt x="98" y="32"/>
                  <a:pt x="98" y="32"/>
                  <a:pt x="98" y="32"/>
                </a:cubicBezTo>
                <a:cubicBezTo>
                  <a:pt x="68" y="81"/>
                  <a:pt x="68" y="81"/>
                  <a:pt x="68" y="81"/>
                </a:cubicBezTo>
                <a:lnTo>
                  <a:pt x="78" y="32"/>
                </a:lnTo>
                <a:close/>
                <a:moveTo>
                  <a:pt x="79" y="28"/>
                </a:moveTo>
                <a:cubicBezTo>
                  <a:pt x="89" y="20"/>
                  <a:pt x="89" y="20"/>
                  <a:pt x="89" y="20"/>
                </a:cubicBezTo>
                <a:cubicBezTo>
                  <a:pt x="97" y="28"/>
                  <a:pt x="97" y="28"/>
                  <a:pt x="97" y="28"/>
                </a:cubicBezTo>
                <a:lnTo>
                  <a:pt x="79" y="28"/>
                </a:lnTo>
                <a:close/>
                <a:moveTo>
                  <a:pt x="83" y="8"/>
                </a:moveTo>
                <a:cubicBezTo>
                  <a:pt x="97" y="8"/>
                  <a:pt x="97" y="8"/>
                  <a:pt x="97" y="8"/>
                </a:cubicBezTo>
                <a:cubicBezTo>
                  <a:pt x="89" y="14"/>
                  <a:pt x="89" y="14"/>
                  <a:pt x="89" y="14"/>
                </a:cubicBezTo>
                <a:lnTo>
                  <a:pt x="83" y="8"/>
                </a:lnTo>
                <a:close/>
                <a:moveTo>
                  <a:pt x="64" y="15"/>
                </a:moveTo>
                <a:cubicBezTo>
                  <a:pt x="55" y="8"/>
                  <a:pt x="55" y="8"/>
                  <a:pt x="55" y="8"/>
                </a:cubicBezTo>
                <a:cubicBezTo>
                  <a:pt x="73" y="8"/>
                  <a:pt x="73" y="8"/>
                  <a:pt x="73" y="8"/>
                </a:cubicBezTo>
                <a:lnTo>
                  <a:pt x="64" y="15"/>
                </a:lnTo>
                <a:close/>
                <a:moveTo>
                  <a:pt x="39" y="14"/>
                </a:moveTo>
                <a:cubicBezTo>
                  <a:pt x="31" y="8"/>
                  <a:pt x="31" y="8"/>
                  <a:pt x="31" y="8"/>
                </a:cubicBezTo>
                <a:cubicBezTo>
                  <a:pt x="45" y="8"/>
                  <a:pt x="45" y="8"/>
                  <a:pt x="45" y="8"/>
                </a:cubicBezTo>
                <a:lnTo>
                  <a:pt x="39" y="14"/>
                </a:lnTo>
                <a:close/>
                <a:moveTo>
                  <a:pt x="39" y="20"/>
                </a:moveTo>
                <a:cubicBezTo>
                  <a:pt x="49" y="28"/>
                  <a:pt x="49" y="28"/>
                  <a:pt x="49" y="28"/>
                </a:cubicBezTo>
                <a:cubicBezTo>
                  <a:pt x="31" y="28"/>
                  <a:pt x="31" y="28"/>
                  <a:pt x="31" y="28"/>
                </a:cubicBezTo>
                <a:lnTo>
                  <a:pt x="39" y="20"/>
                </a:lnTo>
                <a:close/>
                <a:moveTo>
                  <a:pt x="50" y="32"/>
                </a:moveTo>
                <a:cubicBezTo>
                  <a:pt x="60" y="81"/>
                  <a:pt x="60" y="81"/>
                  <a:pt x="60" y="81"/>
                </a:cubicBezTo>
                <a:cubicBezTo>
                  <a:pt x="30" y="32"/>
                  <a:pt x="30" y="32"/>
                  <a:pt x="30" y="32"/>
                </a:cubicBezTo>
                <a:lnTo>
                  <a:pt x="50" y="32"/>
                </a:lnTo>
                <a:close/>
                <a:moveTo>
                  <a:pt x="51" y="74"/>
                </a:moveTo>
                <a:cubicBezTo>
                  <a:pt x="11" y="32"/>
                  <a:pt x="11" y="32"/>
                  <a:pt x="11" y="32"/>
                </a:cubicBezTo>
                <a:cubicBezTo>
                  <a:pt x="26" y="32"/>
                  <a:pt x="26" y="32"/>
                  <a:pt x="26" y="32"/>
                </a:cubicBezTo>
                <a:lnTo>
                  <a:pt x="51" y="74"/>
                </a:lnTo>
                <a:close/>
                <a:moveTo>
                  <a:pt x="102" y="32"/>
                </a:moveTo>
                <a:cubicBezTo>
                  <a:pt x="117" y="32"/>
                  <a:pt x="117" y="32"/>
                  <a:pt x="117" y="32"/>
                </a:cubicBezTo>
                <a:cubicBezTo>
                  <a:pt x="77" y="74"/>
                  <a:pt x="77" y="74"/>
                  <a:pt x="77" y="74"/>
                </a:cubicBezTo>
                <a:lnTo>
                  <a:pt x="102" y="32"/>
                </a:lnTo>
                <a:close/>
                <a:moveTo>
                  <a:pt x="103" y="28"/>
                </a:moveTo>
                <a:cubicBezTo>
                  <a:pt x="92" y="17"/>
                  <a:pt x="92" y="17"/>
                  <a:pt x="92" y="17"/>
                </a:cubicBezTo>
                <a:cubicBezTo>
                  <a:pt x="101" y="10"/>
                  <a:pt x="101" y="10"/>
                  <a:pt x="101" y="10"/>
                </a:cubicBezTo>
                <a:cubicBezTo>
                  <a:pt x="120" y="28"/>
                  <a:pt x="120" y="28"/>
                  <a:pt x="120" y="28"/>
                </a:cubicBezTo>
                <a:lnTo>
                  <a:pt x="103" y="28"/>
                </a:lnTo>
                <a:close/>
                <a:moveTo>
                  <a:pt x="27" y="10"/>
                </a:moveTo>
                <a:cubicBezTo>
                  <a:pt x="36" y="17"/>
                  <a:pt x="36" y="17"/>
                  <a:pt x="36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8" y="28"/>
                  <a:pt x="8" y="28"/>
                  <a:pt x="8" y="28"/>
                </a:cubicBezTo>
                <a:lnTo>
                  <a:pt x="27" y="10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1" name="Freeform 23"/>
          <p:cNvSpPr>
            <a:spLocks noEditPoints="1"/>
          </p:cNvSpPr>
          <p:nvPr/>
        </p:nvSpPr>
        <p:spPr bwMode="auto">
          <a:xfrm flipH="1">
            <a:off x="5633175" y="4341921"/>
            <a:ext cx="400729" cy="303754"/>
          </a:xfrm>
          <a:custGeom>
            <a:avLst/>
            <a:gdLst>
              <a:gd name="T0" fmla="*/ 105 w 128"/>
              <a:gd name="T1" fmla="*/ 2 h 96"/>
              <a:gd name="T2" fmla="*/ 28 w 128"/>
              <a:gd name="T3" fmla="*/ 0 h 96"/>
              <a:gd name="T4" fmla="*/ 2 w 128"/>
              <a:gd name="T5" fmla="*/ 23 h 96"/>
              <a:gd name="T6" fmla="*/ 2 w 128"/>
              <a:gd name="T7" fmla="*/ 34 h 96"/>
              <a:gd name="T8" fmla="*/ 64 w 128"/>
              <a:gd name="T9" fmla="*/ 96 h 96"/>
              <a:gd name="T10" fmla="*/ 126 w 128"/>
              <a:gd name="T11" fmla="*/ 34 h 96"/>
              <a:gd name="T12" fmla="*/ 126 w 128"/>
              <a:gd name="T13" fmla="*/ 23 h 96"/>
              <a:gd name="T14" fmla="*/ 55 w 128"/>
              <a:gd name="T15" fmla="*/ 28 h 96"/>
              <a:gd name="T16" fmla="*/ 73 w 128"/>
              <a:gd name="T17" fmla="*/ 28 h 96"/>
              <a:gd name="T18" fmla="*/ 78 w 128"/>
              <a:gd name="T19" fmla="*/ 9 h 96"/>
              <a:gd name="T20" fmla="*/ 76 w 128"/>
              <a:gd name="T21" fmla="*/ 25 h 96"/>
              <a:gd name="T22" fmla="*/ 52 w 128"/>
              <a:gd name="T23" fmla="*/ 25 h 96"/>
              <a:gd name="T24" fmla="*/ 50 w 128"/>
              <a:gd name="T25" fmla="*/ 9 h 96"/>
              <a:gd name="T26" fmla="*/ 52 w 128"/>
              <a:gd name="T27" fmla="*/ 25 h 96"/>
              <a:gd name="T28" fmla="*/ 64 w 128"/>
              <a:gd name="T29" fmla="*/ 82 h 96"/>
              <a:gd name="T30" fmla="*/ 74 w 128"/>
              <a:gd name="T31" fmla="*/ 32 h 96"/>
              <a:gd name="T32" fmla="*/ 98 w 128"/>
              <a:gd name="T33" fmla="*/ 32 h 96"/>
              <a:gd name="T34" fmla="*/ 78 w 128"/>
              <a:gd name="T35" fmla="*/ 32 h 96"/>
              <a:gd name="T36" fmla="*/ 89 w 128"/>
              <a:gd name="T37" fmla="*/ 20 h 96"/>
              <a:gd name="T38" fmla="*/ 79 w 128"/>
              <a:gd name="T39" fmla="*/ 28 h 96"/>
              <a:gd name="T40" fmla="*/ 97 w 128"/>
              <a:gd name="T41" fmla="*/ 8 h 96"/>
              <a:gd name="T42" fmla="*/ 83 w 128"/>
              <a:gd name="T43" fmla="*/ 8 h 96"/>
              <a:gd name="T44" fmla="*/ 55 w 128"/>
              <a:gd name="T45" fmla="*/ 8 h 96"/>
              <a:gd name="T46" fmla="*/ 64 w 128"/>
              <a:gd name="T47" fmla="*/ 15 h 96"/>
              <a:gd name="T48" fmla="*/ 31 w 128"/>
              <a:gd name="T49" fmla="*/ 8 h 96"/>
              <a:gd name="T50" fmla="*/ 39 w 128"/>
              <a:gd name="T51" fmla="*/ 14 h 96"/>
              <a:gd name="T52" fmla="*/ 49 w 128"/>
              <a:gd name="T53" fmla="*/ 28 h 96"/>
              <a:gd name="T54" fmla="*/ 39 w 128"/>
              <a:gd name="T55" fmla="*/ 20 h 96"/>
              <a:gd name="T56" fmla="*/ 60 w 128"/>
              <a:gd name="T57" fmla="*/ 81 h 96"/>
              <a:gd name="T58" fmla="*/ 50 w 128"/>
              <a:gd name="T59" fmla="*/ 32 h 96"/>
              <a:gd name="T60" fmla="*/ 11 w 128"/>
              <a:gd name="T61" fmla="*/ 32 h 96"/>
              <a:gd name="T62" fmla="*/ 51 w 128"/>
              <a:gd name="T63" fmla="*/ 74 h 96"/>
              <a:gd name="T64" fmla="*/ 117 w 128"/>
              <a:gd name="T65" fmla="*/ 32 h 96"/>
              <a:gd name="T66" fmla="*/ 102 w 128"/>
              <a:gd name="T67" fmla="*/ 32 h 96"/>
              <a:gd name="T68" fmla="*/ 92 w 128"/>
              <a:gd name="T69" fmla="*/ 17 h 96"/>
              <a:gd name="T70" fmla="*/ 120 w 128"/>
              <a:gd name="T71" fmla="*/ 28 h 96"/>
              <a:gd name="T72" fmla="*/ 27 w 128"/>
              <a:gd name="T73" fmla="*/ 10 h 96"/>
              <a:gd name="T74" fmla="*/ 25 w 128"/>
              <a:gd name="T75" fmla="*/ 28 h 96"/>
              <a:gd name="T76" fmla="*/ 27 w 128"/>
              <a:gd name="T77" fmla="*/ 1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96">
                <a:moveTo>
                  <a:pt x="126" y="23"/>
                </a:moveTo>
                <a:cubicBezTo>
                  <a:pt x="105" y="2"/>
                  <a:pt x="105" y="2"/>
                  <a:pt x="105" y="2"/>
                </a:cubicBezTo>
                <a:cubicBezTo>
                  <a:pt x="104" y="1"/>
                  <a:pt x="102" y="0"/>
                  <a:pt x="100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4"/>
                  <a:pt x="0" y="26"/>
                  <a:pt x="0" y="28"/>
                </a:cubicBezTo>
                <a:cubicBezTo>
                  <a:pt x="0" y="30"/>
                  <a:pt x="1" y="32"/>
                  <a:pt x="2" y="34"/>
                </a:cubicBezTo>
                <a:cubicBezTo>
                  <a:pt x="58" y="93"/>
                  <a:pt x="58" y="93"/>
                  <a:pt x="58" y="93"/>
                </a:cubicBezTo>
                <a:cubicBezTo>
                  <a:pt x="60" y="95"/>
                  <a:pt x="62" y="96"/>
                  <a:pt x="64" y="96"/>
                </a:cubicBezTo>
                <a:cubicBezTo>
                  <a:pt x="66" y="96"/>
                  <a:pt x="68" y="95"/>
                  <a:pt x="70" y="93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7" y="32"/>
                  <a:pt x="128" y="30"/>
                  <a:pt x="128" y="28"/>
                </a:cubicBezTo>
                <a:cubicBezTo>
                  <a:pt x="128" y="26"/>
                  <a:pt x="127" y="24"/>
                  <a:pt x="126" y="23"/>
                </a:cubicBezTo>
                <a:close/>
                <a:moveTo>
                  <a:pt x="73" y="28"/>
                </a:moveTo>
                <a:cubicBezTo>
                  <a:pt x="55" y="28"/>
                  <a:pt x="55" y="28"/>
                  <a:pt x="55" y="28"/>
                </a:cubicBezTo>
                <a:cubicBezTo>
                  <a:pt x="64" y="21"/>
                  <a:pt x="64" y="21"/>
                  <a:pt x="64" y="21"/>
                </a:cubicBezTo>
                <a:lnTo>
                  <a:pt x="73" y="28"/>
                </a:lnTo>
                <a:close/>
                <a:moveTo>
                  <a:pt x="67" y="18"/>
                </a:moveTo>
                <a:cubicBezTo>
                  <a:pt x="78" y="9"/>
                  <a:pt x="78" y="9"/>
                  <a:pt x="78" y="9"/>
                </a:cubicBezTo>
                <a:cubicBezTo>
                  <a:pt x="86" y="17"/>
                  <a:pt x="86" y="17"/>
                  <a:pt x="86" y="17"/>
                </a:cubicBezTo>
                <a:cubicBezTo>
                  <a:pt x="76" y="25"/>
                  <a:pt x="76" y="25"/>
                  <a:pt x="76" y="25"/>
                </a:cubicBezTo>
                <a:lnTo>
                  <a:pt x="67" y="18"/>
                </a:lnTo>
                <a:close/>
                <a:moveTo>
                  <a:pt x="52" y="25"/>
                </a:moveTo>
                <a:cubicBezTo>
                  <a:pt x="42" y="17"/>
                  <a:pt x="42" y="17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61" y="18"/>
                  <a:pt x="61" y="18"/>
                  <a:pt x="61" y="18"/>
                </a:cubicBezTo>
                <a:lnTo>
                  <a:pt x="52" y="25"/>
                </a:lnTo>
                <a:close/>
                <a:moveTo>
                  <a:pt x="74" y="32"/>
                </a:moveTo>
                <a:cubicBezTo>
                  <a:pt x="64" y="82"/>
                  <a:pt x="64" y="82"/>
                  <a:pt x="64" y="82"/>
                </a:cubicBezTo>
                <a:cubicBezTo>
                  <a:pt x="54" y="32"/>
                  <a:pt x="54" y="32"/>
                  <a:pt x="54" y="32"/>
                </a:cubicBezTo>
                <a:lnTo>
                  <a:pt x="74" y="32"/>
                </a:lnTo>
                <a:close/>
                <a:moveTo>
                  <a:pt x="78" y="32"/>
                </a:moveTo>
                <a:cubicBezTo>
                  <a:pt x="98" y="32"/>
                  <a:pt x="98" y="32"/>
                  <a:pt x="98" y="32"/>
                </a:cubicBezTo>
                <a:cubicBezTo>
                  <a:pt x="68" y="81"/>
                  <a:pt x="68" y="81"/>
                  <a:pt x="68" y="81"/>
                </a:cubicBezTo>
                <a:lnTo>
                  <a:pt x="78" y="32"/>
                </a:lnTo>
                <a:close/>
                <a:moveTo>
                  <a:pt x="79" y="28"/>
                </a:moveTo>
                <a:cubicBezTo>
                  <a:pt x="89" y="20"/>
                  <a:pt x="89" y="20"/>
                  <a:pt x="89" y="20"/>
                </a:cubicBezTo>
                <a:cubicBezTo>
                  <a:pt x="97" y="28"/>
                  <a:pt x="97" y="28"/>
                  <a:pt x="97" y="28"/>
                </a:cubicBezTo>
                <a:lnTo>
                  <a:pt x="79" y="28"/>
                </a:lnTo>
                <a:close/>
                <a:moveTo>
                  <a:pt x="83" y="8"/>
                </a:moveTo>
                <a:cubicBezTo>
                  <a:pt x="97" y="8"/>
                  <a:pt x="97" y="8"/>
                  <a:pt x="97" y="8"/>
                </a:cubicBezTo>
                <a:cubicBezTo>
                  <a:pt x="89" y="14"/>
                  <a:pt x="89" y="14"/>
                  <a:pt x="89" y="14"/>
                </a:cubicBezTo>
                <a:lnTo>
                  <a:pt x="83" y="8"/>
                </a:lnTo>
                <a:close/>
                <a:moveTo>
                  <a:pt x="64" y="15"/>
                </a:moveTo>
                <a:cubicBezTo>
                  <a:pt x="55" y="8"/>
                  <a:pt x="55" y="8"/>
                  <a:pt x="55" y="8"/>
                </a:cubicBezTo>
                <a:cubicBezTo>
                  <a:pt x="73" y="8"/>
                  <a:pt x="73" y="8"/>
                  <a:pt x="73" y="8"/>
                </a:cubicBezTo>
                <a:lnTo>
                  <a:pt x="64" y="15"/>
                </a:lnTo>
                <a:close/>
                <a:moveTo>
                  <a:pt x="39" y="14"/>
                </a:moveTo>
                <a:cubicBezTo>
                  <a:pt x="31" y="8"/>
                  <a:pt x="31" y="8"/>
                  <a:pt x="31" y="8"/>
                </a:cubicBezTo>
                <a:cubicBezTo>
                  <a:pt x="45" y="8"/>
                  <a:pt x="45" y="8"/>
                  <a:pt x="45" y="8"/>
                </a:cubicBezTo>
                <a:lnTo>
                  <a:pt x="39" y="14"/>
                </a:lnTo>
                <a:close/>
                <a:moveTo>
                  <a:pt x="39" y="20"/>
                </a:moveTo>
                <a:cubicBezTo>
                  <a:pt x="49" y="28"/>
                  <a:pt x="49" y="28"/>
                  <a:pt x="49" y="28"/>
                </a:cubicBezTo>
                <a:cubicBezTo>
                  <a:pt x="31" y="28"/>
                  <a:pt x="31" y="28"/>
                  <a:pt x="31" y="28"/>
                </a:cubicBezTo>
                <a:lnTo>
                  <a:pt x="39" y="20"/>
                </a:lnTo>
                <a:close/>
                <a:moveTo>
                  <a:pt x="50" y="32"/>
                </a:moveTo>
                <a:cubicBezTo>
                  <a:pt x="60" y="81"/>
                  <a:pt x="60" y="81"/>
                  <a:pt x="60" y="81"/>
                </a:cubicBezTo>
                <a:cubicBezTo>
                  <a:pt x="30" y="32"/>
                  <a:pt x="30" y="32"/>
                  <a:pt x="30" y="32"/>
                </a:cubicBezTo>
                <a:lnTo>
                  <a:pt x="50" y="32"/>
                </a:lnTo>
                <a:close/>
                <a:moveTo>
                  <a:pt x="51" y="74"/>
                </a:moveTo>
                <a:cubicBezTo>
                  <a:pt x="11" y="32"/>
                  <a:pt x="11" y="32"/>
                  <a:pt x="11" y="32"/>
                </a:cubicBezTo>
                <a:cubicBezTo>
                  <a:pt x="26" y="32"/>
                  <a:pt x="26" y="32"/>
                  <a:pt x="26" y="32"/>
                </a:cubicBezTo>
                <a:lnTo>
                  <a:pt x="51" y="74"/>
                </a:lnTo>
                <a:close/>
                <a:moveTo>
                  <a:pt x="102" y="32"/>
                </a:moveTo>
                <a:cubicBezTo>
                  <a:pt x="117" y="32"/>
                  <a:pt x="117" y="32"/>
                  <a:pt x="117" y="32"/>
                </a:cubicBezTo>
                <a:cubicBezTo>
                  <a:pt x="77" y="74"/>
                  <a:pt x="77" y="74"/>
                  <a:pt x="77" y="74"/>
                </a:cubicBezTo>
                <a:lnTo>
                  <a:pt x="102" y="32"/>
                </a:lnTo>
                <a:close/>
                <a:moveTo>
                  <a:pt x="103" y="28"/>
                </a:moveTo>
                <a:cubicBezTo>
                  <a:pt x="92" y="17"/>
                  <a:pt x="92" y="17"/>
                  <a:pt x="92" y="17"/>
                </a:cubicBezTo>
                <a:cubicBezTo>
                  <a:pt x="101" y="10"/>
                  <a:pt x="101" y="10"/>
                  <a:pt x="101" y="10"/>
                </a:cubicBezTo>
                <a:cubicBezTo>
                  <a:pt x="120" y="28"/>
                  <a:pt x="120" y="28"/>
                  <a:pt x="120" y="28"/>
                </a:cubicBezTo>
                <a:lnTo>
                  <a:pt x="103" y="28"/>
                </a:lnTo>
                <a:close/>
                <a:moveTo>
                  <a:pt x="27" y="10"/>
                </a:moveTo>
                <a:cubicBezTo>
                  <a:pt x="36" y="17"/>
                  <a:pt x="36" y="17"/>
                  <a:pt x="36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8" y="28"/>
                  <a:pt x="8" y="28"/>
                  <a:pt x="8" y="28"/>
                </a:cubicBezTo>
                <a:lnTo>
                  <a:pt x="27" y="10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2" name="任意多边形: 形状 41"/>
          <p:cNvSpPr/>
          <p:nvPr/>
        </p:nvSpPr>
        <p:spPr>
          <a:xfrm>
            <a:off x="11206264" y="6230570"/>
            <a:ext cx="992707" cy="627430"/>
          </a:xfrm>
          <a:custGeom>
            <a:avLst/>
            <a:gdLst>
              <a:gd name="connsiteX0" fmla="*/ 3541507 w 5236095"/>
              <a:gd name="connsiteY0" fmla="*/ 9 h 3309419"/>
              <a:gd name="connsiteX1" fmla="*/ 3876511 w 5236095"/>
              <a:gd name="connsiteY1" fmla="*/ 141169 h 3309419"/>
              <a:gd name="connsiteX2" fmla="*/ 5236095 w 5236095"/>
              <a:gd name="connsiteY2" fmla="*/ 1517415 h 3309419"/>
              <a:gd name="connsiteX3" fmla="*/ 5236095 w 5236095"/>
              <a:gd name="connsiteY3" fmla="*/ 3309419 h 3309419"/>
              <a:gd name="connsiteX4" fmla="*/ 0 w 5236095"/>
              <a:gd name="connsiteY4" fmla="*/ 3309419 h 3309419"/>
              <a:gd name="connsiteX5" fmla="*/ 28620 w 5236095"/>
              <a:gd name="connsiteY5" fmla="*/ 3274813 h 3309419"/>
              <a:gd name="connsiteX6" fmla="*/ 3204809 w 5236095"/>
              <a:gd name="connsiteY6" fmla="*/ 137078 h 3309419"/>
              <a:gd name="connsiteX7" fmla="*/ 3541507 w 5236095"/>
              <a:gd name="connsiteY7" fmla="*/ 9 h 330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6095" h="3309419">
                <a:moveTo>
                  <a:pt x="3541507" y="9"/>
                </a:moveTo>
                <a:cubicBezTo>
                  <a:pt x="3663061" y="749"/>
                  <a:pt x="3784333" y="47861"/>
                  <a:pt x="3876511" y="141169"/>
                </a:cubicBezTo>
                <a:lnTo>
                  <a:pt x="5236095" y="1517415"/>
                </a:lnTo>
                <a:lnTo>
                  <a:pt x="5236095" y="3309419"/>
                </a:lnTo>
                <a:lnTo>
                  <a:pt x="0" y="3309419"/>
                </a:lnTo>
                <a:lnTo>
                  <a:pt x="28620" y="3274813"/>
                </a:lnTo>
                <a:lnTo>
                  <a:pt x="3204809" y="137078"/>
                </a:lnTo>
                <a:cubicBezTo>
                  <a:pt x="3298118" y="44900"/>
                  <a:pt x="3419954" y="-732"/>
                  <a:pt x="3541507" y="9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3" name="任意多边形: 形状 42"/>
          <p:cNvSpPr/>
          <p:nvPr/>
        </p:nvSpPr>
        <p:spPr>
          <a:xfrm flipH="1">
            <a:off x="0" y="-1"/>
            <a:ext cx="1424610" cy="777930"/>
          </a:xfrm>
          <a:custGeom>
            <a:avLst/>
            <a:gdLst>
              <a:gd name="connsiteX0" fmla="*/ 0 w 5460023"/>
              <a:gd name="connsiteY0" fmla="*/ 0 h 2981527"/>
              <a:gd name="connsiteX1" fmla="*/ 5460023 w 5460023"/>
              <a:gd name="connsiteY1" fmla="*/ 0 h 2981527"/>
              <a:gd name="connsiteX2" fmla="*/ 5460023 w 5460023"/>
              <a:gd name="connsiteY2" fmla="*/ 940282 h 2981527"/>
              <a:gd name="connsiteX3" fmla="*/ 3551861 w 5460023"/>
              <a:gd name="connsiteY3" fmla="*/ 2825343 h 2981527"/>
              <a:gd name="connsiteX4" fmla="*/ 2786530 w 5460023"/>
              <a:gd name="connsiteY4" fmla="*/ 2820680 h 298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0023" h="2981527">
                <a:moveTo>
                  <a:pt x="0" y="0"/>
                </a:moveTo>
                <a:lnTo>
                  <a:pt x="5460023" y="0"/>
                </a:lnTo>
                <a:lnTo>
                  <a:pt x="5460023" y="940282"/>
                </a:lnTo>
                <a:lnTo>
                  <a:pt x="3551861" y="2825343"/>
                </a:lnTo>
                <a:cubicBezTo>
                  <a:pt x="3339234" y="3035396"/>
                  <a:pt x="2996584" y="3033310"/>
                  <a:pt x="2786530" y="2820680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4" name="任意多边形: 形状 43"/>
          <p:cNvSpPr/>
          <p:nvPr/>
        </p:nvSpPr>
        <p:spPr>
          <a:xfrm flipH="1">
            <a:off x="1819" y="-1"/>
            <a:ext cx="1457330" cy="808547"/>
          </a:xfrm>
          <a:custGeom>
            <a:avLst/>
            <a:gdLst>
              <a:gd name="connsiteX0" fmla="*/ 0 w 5585422"/>
              <a:gd name="connsiteY0" fmla="*/ 0 h 3098871"/>
              <a:gd name="connsiteX1" fmla="*/ 5585422 w 5585422"/>
              <a:gd name="connsiteY1" fmla="*/ 0 h 3098871"/>
              <a:gd name="connsiteX2" fmla="*/ 5585422 w 5585422"/>
              <a:gd name="connsiteY2" fmla="*/ 1079106 h 3098871"/>
              <a:gd name="connsiteX3" fmla="*/ 3710012 w 5585422"/>
              <a:gd name="connsiteY3" fmla="*/ 2931810 h 3098871"/>
              <a:gd name="connsiteX4" fmla="*/ 2891388 w 5585422"/>
              <a:gd name="connsiteY4" fmla="*/ 2926824 h 309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5422" h="3098871">
                <a:moveTo>
                  <a:pt x="0" y="0"/>
                </a:moveTo>
                <a:lnTo>
                  <a:pt x="5585422" y="0"/>
                </a:lnTo>
                <a:lnTo>
                  <a:pt x="5585422" y="1079106"/>
                </a:lnTo>
                <a:lnTo>
                  <a:pt x="3710012" y="2931810"/>
                </a:lnTo>
                <a:cubicBezTo>
                  <a:pt x="3482580" y="3156491"/>
                  <a:pt x="3116069" y="3154260"/>
                  <a:pt x="2891388" y="2926824"/>
                </a:cubicBezTo>
                <a:close/>
              </a:path>
            </a:pathLst>
          </a:custGeom>
          <a:noFill/>
          <a:ln>
            <a:solidFill>
              <a:srgbClr val="6696B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5" name="文本框 24"/>
          <p:cNvSpPr txBox="1"/>
          <p:nvPr/>
        </p:nvSpPr>
        <p:spPr>
          <a:xfrm>
            <a:off x="4274417" y="354567"/>
            <a:ext cx="3643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知识库治理，本质是治理知识供给系统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831016" y="2604875"/>
            <a:ext cx="647700" cy="647700"/>
          </a:xfrm>
          <a:prstGeom prst="ellipse">
            <a:avLst/>
          </a:prstGeom>
          <a:solidFill>
            <a:srgbClr val="6696B6"/>
          </a:solidFill>
          <a:ln>
            <a:solidFill>
              <a:srgbClr val="47AE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1</a:t>
            </a:r>
            <a:endParaRPr lang="en-US" altLang="zh-CN" sz="20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573966" y="2604875"/>
            <a:ext cx="2117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知识分层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573966" y="3069607"/>
            <a:ext cx="4343400" cy="1348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制度、流程、FAQ、案例分层治理，不同层用不同规则，避免一个桶装所有知识。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274635" y="2604875"/>
            <a:ext cx="647700" cy="647700"/>
          </a:xfrm>
          <a:prstGeom prst="ellipse">
            <a:avLst/>
          </a:prstGeom>
          <a:noFill/>
          <a:ln>
            <a:solidFill>
              <a:srgbClr val="669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2</a:t>
            </a:r>
            <a:endParaRPr lang="en-US" altLang="zh-CN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7017585" y="2604875"/>
            <a:ext cx="2117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统一知识模型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7017585" y="3069607"/>
            <a:ext cx="4343400" cy="1348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统一分类、标签、来源、时效和适用范围，让知识先标准化，再被模型消费。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831016" y="4601761"/>
            <a:ext cx="647700" cy="647700"/>
          </a:xfrm>
          <a:prstGeom prst="ellipse">
            <a:avLst/>
          </a:prstGeom>
          <a:noFill/>
          <a:ln>
            <a:solidFill>
              <a:srgbClr val="669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3</a:t>
            </a:r>
            <a:endParaRPr lang="en-US" altLang="zh-CN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1573966" y="4601761"/>
            <a:ext cx="2117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版本与失效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1573966" y="5066493"/>
            <a:ext cx="4343400" cy="1348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新版覆盖旧版，过期自动下线或预警，不能把历史垃圾留给模型兜底。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274635" y="4601761"/>
            <a:ext cx="647700" cy="647700"/>
          </a:xfrm>
          <a:prstGeom prst="ellipse">
            <a:avLst/>
          </a:prstGeom>
          <a:solidFill>
            <a:srgbClr val="6696B6"/>
          </a:solidFill>
          <a:ln>
            <a:solidFill>
              <a:srgbClr val="AEC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4</a:t>
            </a:r>
            <a:endParaRPr lang="en-US" altLang="zh-CN" sz="20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5" name="文本框 24"/>
          <p:cNvSpPr txBox="1">
            <a:spLocks noChangeArrowheads="1"/>
          </p:cNvSpPr>
          <p:nvPr/>
        </p:nvSpPr>
        <p:spPr bwMode="auto">
          <a:xfrm>
            <a:off x="7017585" y="4601761"/>
            <a:ext cx="2117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Owner 与指标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7017585" y="5066493"/>
            <a:ext cx="4343400" cy="1348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每类知识都要有人负责，并持续看命中率、错答率、更新时效。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7" name="文本框 26"/>
          <p:cNvSpPr txBox="1">
            <a:spLocks noChangeArrowheads="1"/>
          </p:cNvSpPr>
          <p:nvPr/>
        </p:nvSpPr>
        <p:spPr bwMode="auto">
          <a:xfrm>
            <a:off x="831015" y="1528975"/>
            <a:ext cx="10529969" cy="702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第五件事是把反馈真正接回治理流程：追问、纠错、低分答案都要回流。先把分层、模型、版本、owner、指标做起来，治理才真正工程化。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11206264" y="6230570"/>
            <a:ext cx="992707" cy="627430"/>
          </a:xfrm>
          <a:custGeom>
            <a:avLst/>
            <a:gdLst>
              <a:gd name="connsiteX0" fmla="*/ 3541507 w 5236095"/>
              <a:gd name="connsiteY0" fmla="*/ 9 h 3309419"/>
              <a:gd name="connsiteX1" fmla="*/ 3876511 w 5236095"/>
              <a:gd name="connsiteY1" fmla="*/ 141169 h 3309419"/>
              <a:gd name="connsiteX2" fmla="*/ 5236095 w 5236095"/>
              <a:gd name="connsiteY2" fmla="*/ 1517415 h 3309419"/>
              <a:gd name="connsiteX3" fmla="*/ 5236095 w 5236095"/>
              <a:gd name="connsiteY3" fmla="*/ 3309419 h 3309419"/>
              <a:gd name="connsiteX4" fmla="*/ 0 w 5236095"/>
              <a:gd name="connsiteY4" fmla="*/ 3309419 h 3309419"/>
              <a:gd name="connsiteX5" fmla="*/ 28620 w 5236095"/>
              <a:gd name="connsiteY5" fmla="*/ 3274813 h 3309419"/>
              <a:gd name="connsiteX6" fmla="*/ 3204809 w 5236095"/>
              <a:gd name="connsiteY6" fmla="*/ 137078 h 3309419"/>
              <a:gd name="connsiteX7" fmla="*/ 3541507 w 5236095"/>
              <a:gd name="connsiteY7" fmla="*/ 9 h 330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6095" h="3309419">
                <a:moveTo>
                  <a:pt x="3541507" y="9"/>
                </a:moveTo>
                <a:cubicBezTo>
                  <a:pt x="3663061" y="749"/>
                  <a:pt x="3784333" y="47861"/>
                  <a:pt x="3876511" y="141169"/>
                </a:cubicBezTo>
                <a:lnTo>
                  <a:pt x="5236095" y="1517415"/>
                </a:lnTo>
                <a:lnTo>
                  <a:pt x="5236095" y="3309419"/>
                </a:lnTo>
                <a:lnTo>
                  <a:pt x="0" y="3309419"/>
                </a:lnTo>
                <a:lnTo>
                  <a:pt x="28620" y="3274813"/>
                </a:lnTo>
                <a:lnTo>
                  <a:pt x="3204809" y="137078"/>
                </a:lnTo>
                <a:cubicBezTo>
                  <a:pt x="3298118" y="44900"/>
                  <a:pt x="3419954" y="-732"/>
                  <a:pt x="3541507" y="9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6" name="任意多边形: 形状 15"/>
          <p:cNvSpPr/>
          <p:nvPr/>
        </p:nvSpPr>
        <p:spPr>
          <a:xfrm flipH="1">
            <a:off x="0" y="-1"/>
            <a:ext cx="1424610" cy="777930"/>
          </a:xfrm>
          <a:custGeom>
            <a:avLst/>
            <a:gdLst>
              <a:gd name="connsiteX0" fmla="*/ 0 w 5460023"/>
              <a:gd name="connsiteY0" fmla="*/ 0 h 2981527"/>
              <a:gd name="connsiteX1" fmla="*/ 5460023 w 5460023"/>
              <a:gd name="connsiteY1" fmla="*/ 0 h 2981527"/>
              <a:gd name="connsiteX2" fmla="*/ 5460023 w 5460023"/>
              <a:gd name="connsiteY2" fmla="*/ 940282 h 2981527"/>
              <a:gd name="connsiteX3" fmla="*/ 3551861 w 5460023"/>
              <a:gd name="connsiteY3" fmla="*/ 2825343 h 2981527"/>
              <a:gd name="connsiteX4" fmla="*/ 2786530 w 5460023"/>
              <a:gd name="connsiteY4" fmla="*/ 2820680 h 298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0023" h="2981527">
                <a:moveTo>
                  <a:pt x="0" y="0"/>
                </a:moveTo>
                <a:lnTo>
                  <a:pt x="5460023" y="0"/>
                </a:lnTo>
                <a:lnTo>
                  <a:pt x="5460023" y="940282"/>
                </a:lnTo>
                <a:lnTo>
                  <a:pt x="3551861" y="2825343"/>
                </a:lnTo>
                <a:cubicBezTo>
                  <a:pt x="3339234" y="3035396"/>
                  <a:pt x="2996584" y="3033310"/>
                  <a:pt x="2786530" y="2820680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1819" y="-1"/>
            <a:ext cx="1457330" cy="808547"/>
          </a:xfrm>
          <a:custGeom>
            <a:avLst/>
            <a:gdLst>
              <a:gd name="connsiteX0" fmla="*/ 0 w 5585422"/>
              <a:gd name="connsiteY0" fmla="*/ 0 h 3098871"/>
              <a:gd name="connsiteX1" fmla="*/ 5585422 w 5585422"/>
              <a:gd name="connsiteY1" fmla="*/ 0 h 3098871"/>
              <a:gd name="connsiteX2" fmla="*/ 5585422 w 5585422"/>
              <a:gd name="connsiteY2" fmla="*/ 1079106 h 3098871"/>
              <a:gd name="connsiteX3" fmla="*/ 3710012 w 5585422"/>
              <a:gd name="connsiteY3" fmla="*/ 2931810 h 3098871"/>
              <a:gd name="connsiteX4" fmla="*/ 2891388 w 5585422"/>
              <a:gd name="connsiteY4" fmla="*/ 2926824 h 309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5422" h="3098871">
                <a:moveTo>
                  <a:pt x="0" y="0"/>
                </a:moveTo>
                <a:lnTo>
                  <a:pt x="5585422" y="0"/>
                </a:lnTo>
                <a:lnTo>
                  <a:pt x="5585422" y="1079106"/>
                </a:lnTo>
                <a:lnTo>
                  <a:pt x="3710012" y="2931810"/>
                </a:lnTo>
                <a:cubicBezTo>
                  <a:pt x="3482580" y="3156491"/>
                  <a:pt x="3116069" y="3154260"/>
                  <a:pt x="2891388" y="2926824"/>
                </a:cubicBezTo>
                <a:close/>
              </a:path>
            </a:pathLst>
          </a:custGeom>
          <a:noFill/>
          <a:ln>
            <a:solidFill>
              <a:srgbClr val="6696B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8" name="文本框 24"/>
          <p:cNvSpPr txBox="1"/>
          <p:nvPr/>
        </p:nvSpPr>
        <p:spPr>
          <a:xfrm>
            <a:off x="4274417" y="354567"/>
            <a:ext cx="3643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真正落地时，优先做这 5 件事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1264</Words>
  <Application>WPS 文字</Application>
  <PresentationFormat>宽屏</PresentationFormat>
  <Paragraphs>100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5" baseType="lpstr">
      <vt:lpstr>Arial</vt:lpstr>
      <vt:lpstr>宋体</vt:lpstr>
      <vt:lpstr>Wingdings</vt:lpstr>
      <vt:lpstr>汉仪君黑-45简</vt:lpstr>
      <vt:lpstr>黑体</vt:lpstr>
      <vt:lpstr>微软雅黑</vt:lpstr>
      <vt:lpstr>汉仪旗黑</vt:lpstr>
      <vt:lpstr>Arial Unicode MS</vt:lpstr>
      <vt:lpstr>等线 Light</vt:lpstr>
      <vt:lpstr>汉仪中等线KW</vt:lpstr>
      <vt:lpstr>等线</vt:lpstr>
      <vt:lpstr>Calibri</vt:lpstr>
      <vt:lpstr>字魂36号-正文宋楷</vt:lpstr>
      <vt:lpstr>Times New Roman</vt:lpstr>
      <vt:lpstr>字魂36号-正文宋楷</vt:lpstr>
      <vt:lpstr>汉仪君黑-45简</vt:lpstr>
      <vt:lpstr>汉仪细等线繁</vt:lpstr>
      <vt:lpstr>字魂正文宋楷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姚 慧娟</dc:creator>
  <cp:lastModifiedBy>Xerrors</cp:lastModifiedBy>
  <cp:revision>7</cp:revision>
  <dcterms:created xsi:type="dcterms:W3CDTF">2026-01-14T14:53:23Z</dcterms:created>
  <dcterms:modified xsi:type="dcterms:W3CDTF">2026-01-14T14:53:23Z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2052-12.1.24703.24703</vt:lpwstr>
  </property>
  <property fmtid="{D5CDD505-2E9C-101B-9397-08002B2CF9AE}" pid="3" name="KSOTemplateUUID">
    <vt:lpwstr>v1.0_mb_E9thbLXbMlClWOb6J0DOKw==</vt:lpwstr>
  </property>
  <property fmtid="{D5CDD505-2E9C-101B-9397-08002B2CF9AE}" pid="4" name="ICV">
    <vt:lpwstr>E4949CE7E5AC1AD8D1AD6769C8432DB0_41</vt:lpwstr>
  </property>
</Properties>
</file>